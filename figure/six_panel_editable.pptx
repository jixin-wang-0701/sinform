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f9b741a2b64c28" /><Relationship Type="http://schemas.openxmlformats.org/officeDocument/2006/relationships/extended-properties" Target="/docProps/app.xml" Id="Rf0242d3d3484408f" /><Relationship Type="http://schemas.openxmlformats.org/officeDocument/2006/relationships/officeDocument" Target="/ppt/presentation.xml" Id="R0f095263930e43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d49d474e274b4d"/>
  </p:sldMasterIdLst>
  <p:notesMasterIdLst>
    <p:notesMasterId xmlns:r="http://schemas.openxmlformats.org/officeDocument/2006/relationships" r:id="R719b5203868749a6"/>
  </p:notesMasterIdLst>
  <p:sldIdLst>
    <p:sldId xmlns:r="http://schemas.openxmlformats.org/officeDocument/2006/relationships" id="256" r:id="R696ee0f15b63415a"/>
  </p:sldIdLst>
  <p:sldSz cx="17145000" cy="1809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4a0a908229402a" /><Relationship Type="http://schemas.openxmlformats.org/officeDocument/2006/relationships/slideMaster" Target="/ppt/slideMasters/slideMaster1.xml" Id="R78d49d474e274b4d" /><Relationship Type="http://schemas.openxmlformats.org/officeDocument/2006/relationships/notesMaster" Target="/ppt/notesMasters/notesMaster1.xml" Id="R719b5203868749a6" /><Relationship Type="http://schemas.openxmlformats.org/officeDocument/2006/relationships/presProps" Target="/ppt/presProps.xml" Id="R9c902fca1229418b" /><Relationship Type="http://schemas.openxmlformats.org/officeDocument/2006/relationships/tableStyles" Target="/ppt/tableStyles.xml" Id="Re87e7834a9784f77" /><Relationship Type="http://schemas.openxmlformats.org/officeDocument/2006/relationships/slide" Target="/ppt/slides/slide1.xml" Id="R696ee0f15b6341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5dc0ece5e34e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22a55fad04179" /><Relationship Type="http://schemas.openxmlformats.org/officeDocument/2006/relationships/notesMaster" Target="/ppt/notesMasters/notesMaster1.xml" Id="R7aed09fe33934b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A–B source: outputs/pfam_rebuild_npnt/rank_enrichment_model_vs_sqtl_stats.csv and rank_enrichment_model_vs_sqtl_curves.csv.</a:t>
            </a:r>
          </a:p>
          <a:p xmlns:a="http://schemas.openxmlformats.org/drawingml/2006/main">
            <a:r>
              <a:t>C–D source: outputs/pfam_rebuild_npnt/global_top2_figure_stats.csv, panel C_D_within_MAGMA_global_top2, posterior threshold 0.9.</a:t>
            </a:r>
          </a:p>
          <a:p xmlns:a="http://schemas.openxmlformats.org/drawingml/2006/main">
            <a:r>
              <a:t>Recreates the requested four panels from the two reference PPTX files as native editable slide elements.</a:t>
            </a:r>
          </a:p>
          <a:p xmlns:a="http://schemas.openxmlformats.org/drawingml/2006/main">
            <a:r>
              <a:t>A–B use full-data fitted score and regional sign flip P values; the ranking test is on cumulative curve area rather than AUPRC.</a:t>
            </a:r>
          </a:p>
          <a:p xmlns:a="http://schemas.openxmlformats.org/drawingml/2006/main">
            <a:r>
              <a:t>C–D condition on globally selected MAGMA top 2%; event-level and region-level P values differ materially.</a:t>
            </a:r>
          </a:p>
          <a:p xmlns:a="http://schemas.openxmlformats.org/drawingml/2006/main">
            <a:r>
              <a:t>E–F source: outputs/pfam_rebuild_npnt/loco_five_power_p_sweep.csv. Existing 22-fold LOCO predictions are relabeled at P &lt; 5×10^-4 through P &lt; 5×10^-8 without refitting.</a:t>
            </a:r>
          </a:p>
          <a:p xmlns:a="http://schemas.openxmlformats.org/drawingml/2006/main">
            <a:r>
              <a:t>E shows average precision divided by positive prevalence. F shows top-10% positive sensitivity for component-only scores and their signed-sum combination.</a:t>
            </a:r>
          </a:p>
          <a:p xmlns:a="http://schemas.openxmlformats.org/drawingml/2006/main">
            <a:r>
              <a:t>The ≥3/4 chromosome feature coverage rule was chosen after looking at previous results; these are exploratory rather than an independent model confirmation.</a:t>
            </a:r>
          </a:p>
          <a:p xmlns:a="http://schemas.openxmlformats.org/drawingml/2006/main">
            <a:r>
              <a:t>Published figure conventions informing the display: Saito and Rehmsmeier, PLOS ONE 2015, doi:10.1371/journal.pone.0118432; PoPS, Nature Genetics 2023, doi:10.1038/s41588-023-01443-6; genomic feature-group ablation example, PMC12185218.</a:t>
            </a:r>
          </a:p>
          <a:p xmlns:a="http://schemas.openxmlformats.org/drawingml/2006/main">
            <a:r>
              <a:t>The top four panels use external colocalization endpoints and different denominators from the MAGMA-labeled LOCO panels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51bbd426241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23040da3640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aaae5f2f24c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4cdf09dc84b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e402294e746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3297a8e5342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BF57B1-C09A-4611-A827-D99DA4D364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6836833"/>
            <a:ext cx="13716000" cy="2614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5E971E-EE98-4BC9-89D5-E58C817F2E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9953625"/>
            <a:ext cx="12001500" cy="201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A9D77C-C666-43F8-B667-E6338BC33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7540625"/>
            <a:ext cx="13716000" cy="301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EADA29-5574-4CC1-B93B-7AF620ED9B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1407583"/>
            <a:ext cx="15216188" cy="2211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666DA6-45D5-40E1-A1CF-3F33B7E216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5027083"/>
            <a:ext cx="15216188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4313CC-A8D7-40AD-960A-08ACBBD5A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1407583"/>
            <a:ext cx="15216188" cy="2211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CD0458-2C51-445A-8903-671A02A05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5027083"/>
            <a:ext cx="7072313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E30E39-88DA-480B-A71D-5F9A30A279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5027083"/>
            <a:ext cx="7072313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3247D-CB2D-46C0-AE84-D0E389863F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1407583"/>
            <a:ext cx="15216188" cy="2211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E59055-FB76-415F-8A14-6121A32ED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5027083"/>
            <a:ext cx="7072313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adcc12eb84438a" /><Relationship Type="http://schemas.openxmlformats.org/officeDocument/2006/relationships/slideLayout" Target="/ppt/slideLayouts/slideLayout1.xml" Id="R0d4fc6f013f546cb" /><Relationship Type="http://schemas.openxmlformats.org/officeDocument/2006/relationships/slideLayout" Target="/ppt/slideLayouts/slideLayout2.xml" Id="Rb8c7b07d88bc4d9f" /><Relationship Type="http://schemas.openxmlformats.org/officeDocument/2006/relationships/slideLayout" Target="/ppt/slideLayouts/slideLayout3.xml" Id="R004a6c5e31674a70" /><Relationship Type="http://schemas.openxmlformats.org/officeDocument/2006/relationships/slideLayout" Target="/ppt/slideLayouts/slideLayout4.xml" Id="R0ff74492a89541c8" /><Relationship Type="http://schemas.openxmlformats.org/officeDocument/2006/relationships/slideLayout" Target="/ppt/slideLayouts/slideLayout5.xml" Id="Re9cd9aa11e654fb4" /><Relationship Type="http://schemas.openxmlformats.org/officeDocument/2006/relationships/slideLayout" Target="/ppt/slideLayouts/slideLayout6.xml" Id="R3f8f899f026945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4fc6f013f546cb"/>
    <p:sldLayoutId xmlns:r="http://schemas.openxmlformats.org/officeDocument/2006/relationships" id="2147483650" r:id="Rb8c7b07d88bc4d9f"/>
    <p:sldLayoutId xmlns:r="http://schemas.openxmlformats.org/officeDocument/2006/relationships" id="2147483651" r:id="R004a6c5e31674a70"/>
    <p:sldLayoutId xmlns:r="http://schemas.openxmlformats.org/officeDocument/2006/relationships" id="2147483652" r:id="R0ff74492a89541c8"/>
    <p:sldLayoutId xmlns:r="http://schemas.openxmlformats.org/officeDocument/2006/relationships" id="2147483653" r:id="Re9cd9aa11e654fb4"/>
    <p:sldLayoutId xmlns:r="http://schemas.openxmlformats.org/officeDocument/2006/relationships" id="2147483654" r:id="R3f8f899f026945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75ea70f074362" /><Relationship Type="http://schemas.openxmlformats.org/officeDocument/2006/relationships/notesSlide" Target="/ppt/notesSlides/notesSlide1.xml" Id="R896b738c6c5b4f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935DC9C4-58C7-40E3-AA86-AC1C717E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"/>
            <a:ext cx="1571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0">
                <a:solidFill>
                  <a:srgbClr val="181818"/>
                </a:solidFill>
              </a:defRPr>
            </a:defPPr>
            <a:lvl1pPr algn="ctr">
              <a:defRPr sz="2700" b="0">
                <a:solidFill>
                  <a:srgbClr val="181818"/>
                </a:solidFill>
              </a:defRPr>
            </a:lvl1pPr>
            <a:lvl2pPr algn="ctr">
              <a:defRPr sz="2700" b="0">
                <a:solidFill>
                  <a:srgbClr val="181818"/>
                </a:solidFill>
              </a:defRPr>
            </a:lvl2pPr>
            <a:lvl3pPr algn="ctr">
              <a:defRPr sz="2700" b="0">
                <a:solidFill>
                  <a:srgbClr val="181818"/>
                </a:solidFill>
              </a:defRPr>
            </a:lvl3pPr>
            <a:lvl4pPr algn="ctr">
              <a:defRPr sz="2700" b="0">
                <a:solidFill>
                  <a:srgbClr val="181818"/>
                </a:solidFill>
              </a:defRPr>
            </a:lvl4pPr>
            <a:lvl5pPr algn="ctr">
              <a:defRPr sz="2700" b="0">
                <a:solidFill>
                  <a:srgbClr val="181818"/>
                </a:solidFill>
              </a:defRPr>
            </a:lvl5pPr>
            <a:lvl6pPr algn="ctr">
              <a:defRPr sz="2700" b="0">
                <a:solidFill>
                  <a:srgbClr val="181818"/>
                </a:solidFill>
              </a:defRPr>
            </a:lvl6pPr>
            <a:lvl7pPr algn="ctr">
              <a:defRPr sz="2700" b="0">
                <a:solidFill>
                  <a:srgbClr val="181818"/>
                </a:solidFill>
              </a:defRPr>
            </a:lvl7pPr>
            <a:lvl8pPr algn="ctr">
              <a:defRPr sz="2700" b="0">
                <a:solidFill>
                  <a:srgbClr val="181818"/>
                </a:solidFill>
              </a:defRPr>
            </a:lvl8pPr>
            <a:lvl9pPr algn="ctr">
              <a:defRPr sz="2700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181818"/>
                </a:solidFill>
              </a:defRPr>
            </a:pPr>
            <a:r>
              <a:rPr sz="2700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Colocalization enrichment: rebuilt Pfam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EC431-A7E0-4081-AEA0-1AF179F1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7700"/>
            <a:ext cx="1428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555555"/>
                </a:solidFill>
              </a:defRPr>
            </a:defPPr>
            <a:lvl1pPr algn="ctr">
              <a:defRPr sz="1725" b="0">
                <a:solidFill>
                  <a:srgbClr val="555555"/>
                </a:solidFill>
              </a:defRPr>
            </a:lvl1pPr>
            <a:lvl2pPr algn="ctr">
              <a:defRPr sz="1725" b="0">
                <a:solidFill>
                  <a:srgbClr val="555555"/>
                </a:solidFill>
              </a:defRPr>
            </a:lvl2pPr>
            <a:lvl3pPr algn="ctr">
              <a:defRPr sz="1725" b="0">
                <a:solidFill>
                  <a:srgbClr val="555555"/>
                </a:solidFill>
              </a:defRPr>
            </a:lvl3pPr>
            <a:lvl4pPr algn="ctr">
              <a:defRPr sz="1725" b="0">
                <a:solidFill>
                  <a:srgbClr val="555555"/>
                </a:solidFill>
              </a:defRPr>
            </a:lvl4pPr>
            <a:lvl5pPr algn="ctr">
              <a:defRPr sz="1725" b="0">
                <a:solidFill>
                  <a:srgbClr val="555555"/>
                </a:solidFill>
              </a:defRPr>
            </a:lvl5pPr>
            <a:lvl6pPr algn="ctr">
              <a:defRPr sz="1725" b="0">
                <a:solidFill>
                  <a:srgbClr val="555555"/>
                </a:solidFill>
              </a:defRPr>
            </a:lvl6pPr>
            <a:lvl7pPr algn="ctr">
              <a:defRPr sz="1725" b="0">
                <a:solidFill>
                  <a:srgbClr val="555555"/>
                </a:solidFill>
              </a:defRPr>
            </a:lvl7pPr>
            <a:lvl8pPr algn="ctr">
              <a:defRPr sz="1725" b="0">
                <a:solidFill>
                  <a:srgbClr val="555555"/>
                </a:solidFill>
              </a:defRPr>
            </a:lvl8pPr>
            <a:lvl9pPr algn="ctr">
              <a:defRPr sz="172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Expression + GO + rebuilt Pfam, posterior &gt; 0.9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2F13F-B6CF-4F4A-8746-0F3283DF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19188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AE392-7BDF-4329-8183-284744FE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810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1818"/>
                </a:solidFill>
              </a:defRPr>
            </a:defPPr>
            <a:lvl1pPr algn="l">
              <a:defRPr sz="1575" b="0">
                <a:solidFill>
                  <a:srgbClr val="181818"/>
                </a:solidFill>
              </a:defRPr>
            </a:lvl1pPr>
            <a:lvl2pPr algn="l">
              <a:defRPr sz="1575" b="0">
                <a:solidFill>
                  <a:srgbClr val="181818"/>
                </a:solidFill>
              </a:defRPr>
            </a:lvl2pPr>
            <a:lvl3pPr algn="l">
              <a:defRPr sz="1575" b="0">
                <a:solidFill>
                  <a:srgbClr val="181818"/>
                </a:solidFill>
              </a:defRPr>
            </a:lvl3pPr>
            <a:lvl4pPr algn="l">
              <a:defRPr sz="1575" b="0">
                <a:solidFill>
                  <a:srgbClr val="181818"/>
                </a:solidFill>
              </a:defRPr>
            </a:lvl4pPr>
            <a:lvl5pPr algn="l">
              <a:defRPr sz="1575" b="0">
                <a:solidFill>
                  <a:srgbClr val="181818"/>
                </a:solidFill>
              </a:defRPr>
            </a:lvl5pPr>
            <a:lvl6pPr algn="l">
              <a:defRPr sz="1575" b="0">
                <a:solidFill>
                  <a:srgbClr val="181818"/>
                </a:solidFill>
              </a:defRPr>
            </a:lvl6pPr>
            <a:lvl7pPr algn="l">
              <a:defRPr sz="1575" b="0">
                <a:solidFill>
                  <a:srgbClr val="181818"/>
                </a:solidFill>
              </a:defRPr>
            </a:lvl7pPr>
            <a:lvl8pPr algn="l">
              <a:defRPr sz="1575" b="0">
                <a:solidFill>
                  <a:srgbClr val="181818"/>
                </a:solidFill>
              </a:defRPr>
            </a:lvl8pPr>
            <a:lvl9pPr algn="l">
              <a:defRPr sz="15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8"/>
                </a:solidFill>
              </a:defRPr>
            </a:pPr>
            <a:r>
              <a:rPr sz="15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Functional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5C63C-8C7D-4F3B-BD82-6AEDB5AB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19188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04777-F4BA-40C2-9585-6C2E6721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9810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1818"/>
                </a:solidFill>
              </a:defRPr>
            </a:defPPr>
            <a:lvl1pPr algn="l">
              <a:defRPr sz="1575" b="0">
                <a:solidFill>
                  <a:srgbClr val="181818"/>
                </a:solidFill>
              </a:defRPr>
            </a:lvl1pPr>
            <a:lvl2pPr algn="l">
              <a:defRPr sz="1575" b="0">
                <a:solidFill>
                  <a:srgbClr val="181818"/>
                </a:solidFill>
              </a:defRPr>
            </a:lvl2pPr>
            <a:lvl3pPr algn="l">
              <a:defRPr sz="1575" b="0">
                <a:solidFill>
                  <a:srgbClr val="181818"/>
                </a:solidFill>
              </a:defRPr>
            </a:lvl3pPr>
            <a:lvl4pPr algn="l">
              <a:defRPr sz="1575" b="0">
                <a:solidFill>
                  <a:srgbClr val="181818"/>
                </a:solidFill>
              </a:defRPr>
            </a:lvl4pPr>
            <a:lvl5pPr algn="l">
              <a:defRPr sz="1575" b="0">
                <a:solidFill>
                  <a:srgbClr val="181818"/>
                </a:solidFill>
              </a:defRPr>
            </a:lvl5pPr>
            <a:lvl6pPr algn="l">
              <a:defRPr sz="1575" b="0">
                <a:solidFill>
                  <a:srgbClr val="181818"/>
                </a:solidFill>
              </a:defRPr>
            </a:lvl6pPr>
            <a:lvl7pPr algn="l">
              <a:defRPr sz="1575" b="0">
                <a:solidFill>
                  <a:srgbClr val="181818"/>
                </a:solidFill>
              </a:defRPr>
            </a:lvl7pPr>
            <a:lvl8pPr algn="l">
              <a:defRPr sz="1575" b="0">
                <a:solidFill>
                  <a:srgbClr val="181818"/>
                </a:solidFill>
              </a:defRPr>
            </a:lvl8pPr>
            <a:lvl9pPr algn="l">
              <a:defRPr sz="15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8"/>
                </a:solidFill>
              </a:defRPr>
            </a:pPr>
            <a:r>
              <a:rPr sz="15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Lead sQTL |β|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40DDD-C636-4176-9417-F6A7790E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04950"/>
            <a:ext cx="747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1818"/>
                </a:solidFill>
              </a:defRPr>
            </a:defPPr>
            <a:lvl1pPr algn="l">
              <a:defRPr sz="2025" b="1">
                <a:solidFill>
                  <a:srgbClr val="181818"/>
                </a:solidFill>
              </a:defRPr>
            </a:lvl1pPr>
            <a:lvl2pPr algn="l">
              <a:defRPr sz="2025" b="1">
                <a:solidFill>
                  <a:srgbClr val="181818"/>
                </a:solidFill>
              </a:defRPr>
            </a:lvl2pPr>
            <a:lvl3pPr algn="l">
              <a:defRPr sz="2025" b="1">
                <a:solidFill>
                  <a:srgbClr val="181818"/>
                </a:solidFill>
              </a:defRPr>
            </a:lvl3pPr>
            <a:lvl4pPr algn="l">
              <a:defRPr sz="2025" b="1">
                <a:solidFill>
                  <a:srgbClr val="181818"/>
                </a:solidFill>
              </a:defRPr>
            </a:lvl4pPr>
            <a:lvl5pPr algn="l">
              <a:defRPr sz="2025" b="1">
                <a:solidFill>
                  <a:srgbClr val="181818"/>
                </a:solidFill>
              </a:defRPr>
            </a:lvl5pPr>
            <a:lvl6pPr algn="l">
              <a:defRPr sz="2025" b="1">
                <a:solidFill>
                  <a:srgbClr val="181818"/>
                </a:solidFill>
              </a:defRPr>
            </a:lvl6pPr>
            <a:lvl7pPr algn="l">
              <a:defRPr sz="2025" b="1">
                <a:solidFill>
                  <a:srgbClr val="181818"/>
                </a:solidFill>
              </a:defRPr>
            </a:lvl7pPr>
            <a:lvl8pPr algn="l">
              <a:defRPr sz="2025" b="1">
                <a:solidFill>
                  <a:srgbClr val="181818"/>
                </a:solidFill>
              </a:defRPr>
            </a:lvl8pPr>
            <a:lvl9pPr algn="l">
              <a:defRPr sz="2025" b="1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1818"/>
                </a:solidFill>
              </a:defRPr>
            </a:pPr>
            <a:r>
              <a:rPr sz="2025" b="1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A   ICGC COPD × LTRC lung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2F6EF-91C4-40FF-B18B-0F1FCD45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85950"/>
            <a:ext cx="7477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55555"/>
                </a:solidFill>
              </a:defRPr>
            </a:defPPr>
            <a:lvl1pPr algn="l">
              <a:defRPr sz="1425" b="0">
                <a:solidFill>
                  <a:srgbClr val="555555"/>
                </a:solidFill>
              </a:defRPr>
            </a:lvl1pPr>
            <a:lvl2pPr algn="l">
              <a:defRPr sz="1425" b="0">
                <a:solidFill>
                  <a:srgbClr val="555555"/>
                </a:solidFill>
              </a:defRPr>
            </a:lvl2pPr>
            <a:lvl3pPr algn="l">
              <a:defRPr sz="1425" b="0">
                <a:solidFill>
                  <a:srgbClr val="555555"/>
                </a:solidFill>
              </a:defRPr>
            </a:lvl3pPr>
            <a:lvl4pPr algn="l">
              <a:defRPr sz="1425" b="0">
                <a:solidFill>
                  <a:srgbClr val="555555"/>
                </a:solidFill>
              </a:defRPr>
            </a:lvl4pPr>
            <a:lvl5pPr algn="l">
              <a:defRPr sz="1425" b="0">
                <a:solidFill>
                  <a:srgbClr val="555555"/>
                </a:solidFill>
              </a:defRPr>
            </a:lvl5pPr>
            <a:lvl6pPr algn="l">
              <a:defRPr sz="1425" b="0">
                <a:solidFill>
                  <a:srgbClr val="555555"/>
                </a:solidFill>
              </a:defRPr>
            </a:lvl6pPr>
            <a:lvl7pPr algn="l">
              <a:defRPr sz="1425" b="0">
                <a:solidFill>
                  <a:srgbClr val="555555"/>
                </a:solidFill>
              </a:defRPr>
            </a:lvl7pPr>
            <a:lvl8pPr algn="l">
              <a:defRPr sz="1425" b="0">
                <a:solidFill>
                  <a:srgbClr val="555555"/>
                </a:solidFill>
              </a:defRPr>
            </a:lvl8pPr>
            <a:lvl9pPr algn="l">
              <a:defRPr sz="142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Common set: 525 junctions, 13 hits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3223B-0BE5-44DE-A67B-C5D868BC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661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AFDB5-84DE-4C0D-A90A-3356EA06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5555"/>
                </a:solidFill>
              </a:defRPr>
            </a:defPPr>
            <a:lvl1pPr algn="r">
              <a:defRPr sz="1200" b="0">
                <a:solidFill>
                  <a:srgbClr val="555555"/>
                </a:solidFill>
              </a:defRPr>
            </a:lvl1pPr>
            <a:lvl2pPr algn="r">
              <a:defRPr sz="1200" b="0">
                <a:solidFill>
                  <a:srgbClr val="555555"/>
                </a:solidFill>
              </a:defRPr>
            </a:lvl2pPr>
            <a:lvl3pPr algn="r">
              <a:defRPr sz="1200" b="0">
                <a:solidFill>
                  <a:srgbClr val="555555"/>
                </a:solidFill>
              </a:defRPr>
            </a:lvl3pPr>
            <a:lvl4pPr algn="r">
              <a:defRPr sz="1200" b="0">
                <a:solidFill>
                  <a:srgbClr val="555555"/>
                </a:solidFill>
              </a:defRPr>
            </a:lvl4pPr>
            <a:lvl5pPr algn="r">
              <a:defRPr sz="1200" b="0">
                <a:solidFill>
                  <a:srgbClr val="555555"/>
                </a:solidFill>
              </a:defRPr>
            </a:lvl5pPr>
            <a:lvl6pPr algn="r">
              <a:defRPr sz="1200" b="0">
                <a:solidFill>
                  <a:srgbClr val="555555"/>
                </a:solidFill>
              </a:defRPr>
            </a:lvl6pPr>
            <a:lvl7pPr algn="r">
              <a:defRPr sz="1200" b="0">
                <a:solidFill>
                  <a:srgbClr val="555555"/>
                </a:solidFill>
              </a:defRPr>
            </a:lvl7pPr>
            <a:lvl8pPr algn="r">
              <a:defRPr sz="1200" b="0">
                <a:solidFill>
                  <a:srgbClr val="555555"/>
                </a:solidFill>
              </a:defRPr>
            </a:lvl8pPr>
            <a:lvl9pPr algn="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42547-C716-464D-99E6-B3CB5D1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D64E5-09F1-4F58-9560-550D0997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3888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5555"/>
                </a:solidFill>
              </a:defRPr>
            </a:defPPr>
            <a:lvl1pPr algn="r">
              <a:defRPr sz="1200" b="0">
                <a:solidFill>
                  <a:srgbClr val="555555"/>
                </a:solidFill>
              </a:defRPr>
            </a:lvl1pPr>
            <a:lvl2pPr algn="r">
              <a:defRPr sz="1200" b="0">
                <a:solidFill>
                  <a:srgbClr val="555555"/>
                </a:solidFill>
              </a:defRPr>
            </a:lvl2pPr>
            <a:lvl3pPr algn="r">
              <a:defRPr sz="1200" b="0">
                <a:solidFill>
                  <a:srgbClr val="555555"/>
                </a:solidFill>
              </a:defRPr>
            </a:lvl3pPr>
            <a:lvl4pPr algn="r">
              <a:defRPr sz="1200" b="0">
                <a:solidFill>
                  <a:srgbClr val="555555"/>
                </a:solidFill>
              </a:defRPr>
            </a:lvl4pPr>
            <a:lvl5pPr algn="r">
              <a:defRPr sz="1200" b="0">
                <a:solidFill>
                  <a:srgbClr val="555555"/>
                </a:solidFill>
              </a:defRPr>
            </a:lvl5pPr>
            <a:lvl6pPr algn="r">
              <a:defRPr sz="1200" b="0">
                <a:solidFill>
                  <a:srgbClr val="555555"/>
                </a:solidFill>
              </a:defRPr>
            </a:lvl6pPr>
            <a:lvl7pPr algn="r">
              <a:defRPr sz="1200" b="0">
                <a:solidFill>
                  <a:srgbClr val="555555"/>
                </a:solidFill>
              </a:defRPr>
            </a:lvl7pPr>
            <a:lvl8pPr algn="r">
              <a:defRPr sz="1200" b="0">
                <a:solidFill>
                  <a:srgbClr val="555555"/>
                </a:solidFill>
              </a:defRPr>
            </a:lvl8pPr>
            <a:lvl9pPr algn="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25E8D-88AC-486C-AEAA-4B4A6134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2863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7FCCF-C487-4CE1-8AD0-7C3FFC29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5555"/>
                </a:solidFill>
              </a:defRPr>
            </a:defPPr>
            <a:lvl1pPr algn="r">
              <a:defRPr sz="1200" b="0">
                <a:solidFill>
                  <a:srgbClr val="555555"/>
                </a:solidFill>
              </a:defRPr>
            </a:lvl1pPr>
            <a:lvl2pPr algn="r">
              <a:defRPr sz="1200" b="0">
                <a:solidFill>
                  <a:srgbClr val="555555"/>
                </a:solidFill>
              </a:defRPr>
            </a:lvl2pPr>
            <a:lvl3pPr algn="r">
              <a:defRPr sz="1200" b="0">
                <a:solidFill>
                  <a:srgbClr val="555555"/>
                </a:solidFill>
              </a:defRPr>
            </a:lvl3pPr>
            <a:lvl4pPr algn="r">
              <a:defRPr sz="1200" b="0">
                <a:solidFill>
                  <a:srgbClr val="555555"/>
                </a:solidFill>
              </a:defRPr>
            </a:lvl4pPr>
            <a:lvl5pPr algn="r">
              <a:defRPr sz="1200" b="0">
                <a:solidFill>
                  <a:srgbClr val="555555"/>
                </a:solidFill>
              </a:defRPr>
            </a:lvl5pPr>
            <a:lvl6pPr algn="r">
              <a:defRPr sz="1200" b="0">
                <a:solidFill>
                  <a:srgbClr val="555555"/>
                </a:solidFill>
              </a:defRPr>
            </a:lvl6pPr>
            <a:lvl7pPr algn="r">
              <a:defRPr sz="1200" b="0">
                <a:solidFill>
                  <a:srgbClr val="555555"/>
                </a:solidFill>
              </a:defRPr>
            </a:lvl7pPr>
            <a:lvl8pPr algn="r">
              <a:defRPr sz="1200" b="0">
                <a:solidFill>
                  <a:srgbClr val="555555"/>
                </a:solidFill>
              </a:defRPr>
            </a:lvl8pPr>
            <a:lvl9pPr algn="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50%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09EDA-CD70-4F94-B36F-159C35B2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33725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10A67-3B30-4AC3-8EBB-10A84808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5613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5555"/>
                </a:solidFill>
              </a:defRPr>
            </a:defPPr>
            <a:lvl1pPr algn="r">
              <a:defRPr sz="1200" b="0">
                <a:solidFill>
                  <a:srgbClr val="555555"/>
                </a:solidFill>
              </a:defRPr>
            </a:lvl1pPr>
            <a:lvl2pPr algn="r">
              <a:defRPr sz="1200" b="0">
                <a:solidFill>
                  <a:srgbClr val="555555"/>
                </a:solidFill>
              </a:defRPr>
            </a:lvl2pPr>
            <a:lvl3pPr algn="r">
              <a:defRPr sz="1200" b="0">
                <a:solidFill>
                  <a:srgbClr val="555555"/>
                </a:solidFill>
              </a:defRPr>
            </a:lvl3pPr>
            <a:lvl4pPr algn="r">
              <a:defRPr sz="1200" b="0">
                <a:solidFill>
                  <a:srgbClr val="555555"/>
                </a:solidFill>
              </a:defRPr>
            </a:lvl4pPr>
            <a:lvl5pPr algn="r">
              <a:defRPr sz="1200" b="0">
                <a:solidFill>
                  <a:srgbClr val="555555"/>
                </a:solidFill>
              </a:defRPr>
            </a:lvl5pPr>
            <a:lvl6pPr algn="r">
              <a:defRPr sz="1200" b="0">
                <a:solidFill>
                  <a:srgbClr val="555555"/>
                </a:solidFill>
              </a:defRPr>
            </a:lvl6pPr>
            <a:lvl7pPr algn="r">
              <a:defRPr sz="1200" b="0">
                <a:solidFill>
                  <a:srgbClr val="555555"/>
                </a:solidFill>
              </a:defRPr>
            </a:lvl7pPr>
            <a:lvl8pPr algn="r">
              <a:defRPr sz="1200" b="0">
                <a:solidFill>
                  <a:srgbClr val="555555"/>
                </a:solidFill>
              </a:defRPr>
            </a:lvl8pPr>
            <a:lvl9pPr algn="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75%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6CA35-7DAF-43CA-9257-2927E43D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14588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F7D48-90A8-4757-B218-75A6183D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76475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5555"/>
                </a:solidFill>
              </a:defRPr>
            </a:defPPr>
            <a:lvl1pPr algn="r">
              <a:defRPr sz="1200" b="0">
                <a:solidFill>
                  <a:srgbClr val="555555"/>
                </a:solidFill>
              </a:defRPr>
            </a:lvl1pPr>
            <a:lvl2pPr algn="r">
              <a:defRPr sz="1200" b="0">
                <a:solidFill>
                  <a:srgbClr val="555555"/>
                </a:solidFill>
              </a:defRPr>
            </a:lvl2pPr>
            <a:lvl3pPr algn="r">
              <a:defRPr sz="1200" b="0">
                <a:solidFill>
                  <a:srgbClr val="555555"/>
                </a:solidFill>
              </a:defRPr>
            </a:lvl3pPr>
            <a:lvl4pPr algn="r">
              <a:defRPr sz="1200" b="0">
                <a:solidFill>
                  <a:srgbClr val="555555"/>
                </a:solidFill>
              </a:defRPr>
            </a:lvl4pPr>
            <a:lvl5pPr algn="r">
              <a:defRPr sz="1200" b="0">
                <a:solidFill>
                  <a:srgbClr val="555555"/>
                </a:solidFill>
              </a:defRPr>
            </a:lvl5pPr>
            <a:lvl6pPr algn="r">
              <a:defRPr sz="1200" b="0">
                <a:solidFill>
                  <a:srgbClr val="555555"/>
                </a:solidFill>
              </a:defRPr>
            </a:lvl6pPr>
            <a:lvl7pPr algn="r">
              <a:defRPr sz="1200" b="0">
                <a:solidFill>
                  <a:srgbClr val="555555"/>
                </a:solidFill>
              </a:defRPr>
            </a:lvl7pPr>
            <a:lvl8pPr algn="r">
              <a:defRPr sz="1200" b="0">
                <a:solidFill>
                  <a:srgbClr val="555555"/>
                </a:solidFill>
              </a:defRPr>
            </a:lvl8pPr>
            <a:lvl9pPr algn="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B325A-FA31-4E45-AA9F-6FA82EEB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8" y="5295900"/>
            <a:ext cx="1333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CA995-AE4B-46A0-B000-A5BBADB5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31B25-87EC-424A-B8AD-4C85397B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426" y="5295900"/>
            <a:ext cx="1333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CD4628-DC2B-4EEE-97A1-743247B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869" y="539115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64DD6-0D7F-47B2-825F-C2907CAC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395" y="5295900"/>
            <a:ext cx="1333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48786-DCEB-4704-B38B-0D44E4C4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539115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50%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D3946-CDEA-4124-8C44-EC417A3C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364" y="5295900"/>
            <a:ext cx="1333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37B3B-18BE-4BDA-9B13-667FA77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806" y="539115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75%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ACB4A5-D5A6-493E-8408-A04F40A6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333" y="5295900"/>
            <a:ext cx="1333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9E093-CF4D-4D63-905F-7CD2C13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39115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288787-FF9A-4384-BBDE-7AD15D5A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19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DDC352-9B84-4F62-A891-BA6ECF97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661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411972-FF79-44E3-A7E7-0B2767BA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419350"/>
            <a:ext cx="19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F1C02-84AF-4109-9AAB-AF16FC39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0660"/>
            <a:ext cx="59263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866A60-BE50-41CD-87F1-C4209CE9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521" y="5074627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A06D2F-FE37-4419-B96C-C04296F5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761" y="5059387"/>
            <a:ext cx="1185273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539276-9122-4FF5-830D-4C4D50DE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794" y="4853354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4E4B9F-E712-4B98-AFE8-E44EEE97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034" y="4838114"/>
            <a:ext cx="1260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C5BF21-B6EF-4947-9B24-54BAC3DB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404" y="4632081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6A4BC1-4404-4B26-8BA2-6ACB69E6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644" y="4616841"/>
            <a:ext cx="7061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037625-E7A1-4C4F-A0BF-B061AEAF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524" y="4410808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50DFBB-3800-4603-9643-0330ACA5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764" y="4395568"/>
            <a:ext cx="36566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0B0398-26F3-403B-88FD-A9CFF975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193" y="4189535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7B9691-C4E3-4DA7-90BE-0E1938BB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33" y="4174295"/>
            <a:ext cx="42871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26D103-C927-4384-B0F7-A7498ADE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909" y="3968262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22AD5A-D36E-49CA-8D12-7E03B3A2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149" y="3953022"/>
            <a:ext cx="1260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A29D45-9506-4840-8B7E-4F9A8A20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18" y="3746988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222CC0-0AE5-4906-B24C-EA1B841C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758" y="3731748"/>
            <a:ext cx="403497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316001-6187-470F-85C4-CEA1681B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2015" y="3525715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3E6BBE-6814-4191-A005-67CE55FE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7255" y="3510475"/>
            <a:ext cx="504371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3671A6-F056-4032-8187-F67B2DD8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386" y="3304442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F2BBB2-3144-46DF-A520-0160F31C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626" y="3289202"/>
            <a:ext cx="23957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A67116-BE38-4697-A0C7-FA8A032E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963" y="3083169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766061-CB19-4D67-BC69-05B4D2AD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203" y="3067929"/>
            <a:ext cx="214358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2665A2-7202-4195-A485-D4870497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321" y="2861896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0C6AD4-3F5C-48D7-BD3E-1009BF00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561" y="2846656"/>
            <a:ext cx="6304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E9DFB2-CB21-4AC0-9F8C-07DCD3D4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367" y="2640623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F0DDAB-1CBE-4601-9855-8E6AB3AD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607" y="2625383"/>
            <a:ext cx="147528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2569A4-0D97-4E6E-B8E8-6EDFB7A0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654" y="2419350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62B900-FF24-40E5-8501-EF991B0F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894" y="2404110"/>
            <a:ext cx="41610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06A08B-828A-4A5B-B46A-15409AF7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0660"/>
            <a:ext cx="23957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25988B-E0CF-4922-8EE0-35057F96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61" y="5074627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D937FA-96F9-46B8-AD69-8103BC3D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701" y="5059387"/>
            <a:ext cx="138702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924D32-FE19-44CF-AF1E-D06ADEBE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164" y="4853354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6EC892-7AB7-4E9A-977D-0751A252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404" y="4838114"/>
            <a:ext cx="100874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122E4FE-9162-4BE6-9BC2-C102B8F5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038" y="4632081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AF63C2-E066-497A-8DB6-BF0236D8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278" y="4616841"/>
            <a:ext cx="37828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1117DF-67C8-43E6-A6E3-09B3C0EC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866" y="4410808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5C5C07-373D-4F78-BB3B-5C16FF17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106" y="4395568"/>
            <a:ext cx="643074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155FCFB-5BEC-4BD4-9B1F-9A2F9E46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939" y="4189535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C979CB-1367-428A-AA93-BB164D84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179" y="4174295"/>
            <a:ext cx="1260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6611DD-85B3-47F1-A625-53695ABE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549" y="3968262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72E6DC8-4D8D-458D-9C00-394E7F22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789" y="3953022"/>
            <a:ext cx="1260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E8A9BC-7902-4CFF-8265-4709639A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158" y="3746988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0E459E-3B0A-4873-9BBB-4057669C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398" y="3731748"/>
            <a:ext cx="1260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F6BE365-0104-41B2-9A65-ED558E65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767" y="3525715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CD53913-EA7B-4CE6-A07D-85435D0A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007" y="3510475"/>
            <a:ext cx="60524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F706C35-297B-49FD-A4BC-256CD8C0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13" y="3304442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14433C-EA0B-491A-8FF7-0F7360A7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253" y="3289202"/>
            <a:ext cx="2521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059462D-18A5-438B-BEA6-5FCF6760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231" y="3083169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577C8BC-1C18-40EF-ADE7-DBB74945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471" y="3067929"/>
            <a:ext cx="580027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2D15904-B1C7-4A41-A9EB-F3FED0AC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259" y="2861896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C76FB56-C050-4A94-9418-07DEFD56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499" y="2846656"/>
            <a:ext cx="2862308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1D1000F-D5B3-4F95-A8E5-5F7E1371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566" y="2640623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2A3D249-F8F0-443E-8B57-3D36E76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806" y="2625383"/>
            <a:ext cx="668292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1542E27-364F-45EA-A752-6432FEBB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859" y="2419350"/>
            <a:ext cx="30480" cy="22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C772AAB-AB63-473C-A1C9-21A153E3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099" y="2404110"/>
            <a:ext cx="680901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124D1D8-DDF7-485A-AB19-4DA04241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34050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55555"/>
                </a:solidFill>
              </a:defRPr>
            </a:defPPr>
            <a:lvl1pPr algn="ctr">
              <a:defRPr sz="1350" b="0">
                <a:solidFill>
                  <a:srgbClr val="555555"/>
                </a:solidFill>
              </a:defRPr>
            </a:lvl1pPr>
            <a:lvl2pPr algn="ctr">
              <a:defRPr sz="1350" b="0">
                <a:solidFill>
                  <a:srgbClr val="555555"/>
                </a:solidFill>
              </a:defRPr>
            </a:lvl2pPr>
            <a:lvl3pPr algn="ctr">
              <a:defRPr sz="1350" b="0">
                <a:solidFill>
                  <a:srgbClr val="555555"/>
                </a:solidFill>
              </a:defRPr>
            </a:lvl3pPr>
            <a:lvl4pPr algn="ctr">
              <a:defRPr sz="1350" b="0">
                <a:solidFill>
                  <a:srgbClr val="555555"/>
                </a:solidFill>
              </a:defRPr>
            </a:lvl4pPr>
            <a:lvl5pPr algn="ctr">
              <a:defRPr sz="1350" b="0">
                <a:solidFill>
                  <a:srgbClr val="555555"/>
                </a:solidFill>
              </a:defRPr>
            </a:lvl5pPr>
            <a:lvl6pPr algn="ctr">
              <a:defRPr sz="1350" b="0">
                <a:solidFill>
                  <a:srgbClr val="555555"/>
                </a:solidFill>
              </a:defRPr>
            </a:lvl6pPr>
            <a:lvl7pPr algn="ctr">
              <a:defRPr sz="1350" b="0">
                <a:solidFill>
                  <a:srgbClr val="555555"/>
                </a:solidFill>
              </a:defRPr>
            </a:lvl7pPr>
            <a:lvl8pPr algn="ctr">
              <a:defRPr sz="1350" b="0">
                <a:solidFill>
                  <a:srgbClr val="555555"/>
                </a:solidFill>
              </a:defRPr>
            </a:lvl8pPr>
            <a:lvl9pPr algn="ctr">
              <a:defRPr sz="135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Fraction of ranked junctions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A7EDB31-461F-46C9-B48B-60595519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12457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1818"/>
                </a:solidFill>
              </a:defRPr>
            </a:defPPr>
            <a:lvl1pPr algn="l">
              <a:defRPr sz="1500" b="0">
                <a:solidFill>
                  <a:srgbClr val="181818"/>
                </a:solidFill>
              </a:defRPr>
            </a:lvl1pPr>
            <a:lvl2pPr algn="l">
              <a:defRPr sz="1500" b="0">
                <a:solidFill>
                  <a:srgbClr val="181818"/>
                </a:solidFill>
              </a:defRPr>
            </a:lvl2pPr>
            <a:lvl3pPr algn="l">
              <a:defRPr sz="1500" b="0">
                <a:solidFill>
                  <a:srgbClr val="181818"/>
                </a:solidFill>
              </a:defRPr>
            </a:lvl3pPr>
            <a:lvl4pPr algn="l">
              <a:defRPr sz="1500" b="0">
                <a:solidFill>
                  <a:srgbClr val="181818"/>
                </a:solidFill>
              </a:defRPr>
            </a:lvl4pPr>
            <a:lvl5pPr algn="l">
              <a:defRPr sz="1500" b="0">
                <a:solidFill>
                  <a:srgbClr val="181818"/>
                </a:solidFill>
              </a:defRPr>
            </a:lvl5pPr>
            <a:lvl6pPr algn="l">
              <a:defRPr sz="1500" b="0">
                <a:solidFill>
                  <a:srgbClr val="181818"/>
                </a:solidFill>
              </a:defRPr>
            </a:lvl6pPr>
            <a:lvl7pPr algn="l">
              <a:defRPr sz="1500" b="0">
                <a:solidFill>
                  <a:srgbClr val="181818"/>
                </a:solidFill>
              </a:defRPr>
            </a:lvl7pPr>
            <a:lvl8pPr algn="l">
              <a:defRPr sz="1500" b="0">
                <a:solidFill>
                  <a:srgbClr val="181818"/>
                </a:solidFill>
              </a:defRPr>
            </a:lvl8pPr>
            <a:lvl9pPr algn="l">
              <a:defRPr sz="1500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1818"/>
                </a:solidFill>
              </a:defRPr>
            </a:pPr>
            <a:r>
              <a:rPr sz="1500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Curve area: 0.726 vs 0.488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DCE41E8-8706-42A9-8F73-847D33C2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1818"/>
                </a:solidFill>
              </a:defRPr>
            </a:defPPr>
            <a:lvl1pPr algn="l">
              <a:defRPr sz="1500" b="0">
                <a:solidFill>
                  <a:srgbClr val="181818"/>
                </a:solidFill>
              </a:defRPr>
            </a:lvl1pPr>
            <a:lvl2pPr algn="l">
              <a:defRPr sz="1500" b="0">
                <a:solidFill>
                  <a:srgbClr val="181818"/>
                </a:solidFill>
              </a:defRPr>
            </a:lvl2pPr>
            <a:lvl3pPr algn="l">
              <a:defRPr sz="1500" b="0">
                <a:solidFill>
                  <a:srgbClr val="181818"/>
                </a:solidFill>
              </a:defRPr>
            </a:lvl3pPr>
            <a:lvl4pPr algn="l">
              <a:defRPr sz="1500" b="0">
                <a:solidFill>
                  <a:srgbClr val="181818"/>
                </a:solidFill>
              </a:defRPr>
            </a:lvl4pPr>
            <a:lvl5pPr algn="l">
              <a:defRPr sz="1500" b="0">
                <a:solidFill>
                  <a:srgbClr val="181818"/>
                </a:solidFill>
              </a:defRPr>
            </a:lvl5pPr>
            <a:lvl6pPr algn="l">
              <a:defRPr sz="1500" b="0">
                <a:solidFill>
                  <a:srgbClr val="181818"/>
                </a:solidFill>
              </a:defRPr>
            </a:lvl6pPr>
            <a:lvl7pPr algn="l">
              <a:defRPr sz="1500" b="0">
                <a:solidFill>
                  <a:srgbClr val="181818"/>
                </a:solidFill>
              </a:defRPr>
            </a:lvl7pPr>
            <a:lvl8pPr algn="l">
              <a:defRPr sz="1500" b="0">
                <a:solidFill>
                  <a:srgbClr val="181818"/>
                </a:solidFill>
              </a:defRPr>
            </a:lvl8pPr>
            <a:lvl9pPr algn="l">
              <a:defRPr sz="1500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1818"/>
                </a:solidFill>
              </a:defRPr>
            </a:pPr>
            <a:r>
              <a:rPr sz="1500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AUPRC: 0.0638 vs 0.0246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D553C3D-36DD-48C7-9FC6-B3A739E2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77227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55555"/>
                </a:solidFill>
              </a:defRPr>
            </a:defPPr>
            <a:lvl1pPr algn="l">
              <a:defRPr sz="1350" b="0">
                <a:solidFill>
                  <a:srgbClr val="555555"/>
                </a:solidFill>
              </a:defRPr>
            </a:lvl1pPr>
            <a:lvl2pPr algn="l">
              <a:defRPr sz="1350" b="0">
                <a:solidFill>
                  <a:srgbClr val="555555"/>
                </a:solidFill>
              </a:defRPr>
            </a:lvl2pPr>
            <a:lvl3pPr algn="l">
              <a:defRPr sz="1350" b="0">
                <a:solidFill>
                  <a:srgbClr val="555555"/>
                </a:solidFill>
              </a:defRPr>
            </a:lvl3pPr>
            <a:lvl4pPr algn="l">
              <a:defRPr sz="1350" b="0">
                <a:solidFill>
                  <a:srgbClr val="555555"/>
                </a:solidFill>
              </a:defRPr>
            </a:lvl4pPr>
            <a:lvl5pPr algn="l">
              <a:defRPr sz="1350" b="0">
                <a:solidFill>
                  <a:srgbClr val="555555"/>
                </a:solidFill>
              </a:defRPr>
            </a:lvl5pPr>
            <a:lvl6pPr algn="l">
              <a:defRPr sz="1350" b="0">
                <a:solidFill>
                  <a:srgbClr val="555555"/>
                </a:solidFill>
              </a:defRPr>
            </a:lvl6pPr>
            <a:lvl7pPr algn="l">
              <a:defRPr sz="1350" b="0">
                <a:solidFill>
                  <a:srgbClr val="555555"/>
                </a:solidFill>
              </a:defRPr>
            </a:lvl7pPr>
            <a:lvl8pPr algn="l">
              <a:defRPr sz="1350" b="0">
                <a:solidFill>
                  <a:srgbClr val="555555"/>
                </a:solidFill>
              </a:defRPr>
            </a:lvl8pPr>
            <a:lvl9pPr algn="l">
              <a:defRPr sz="135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Regional P=0.063 (Holm 0.063)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36B0B73-533D-4C08-8D63-F0ACF8EE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04950"/>
            <a:ext cx="747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1818"/>
                </a:solidFill>
              </a:defRPr>
            </a:defPPr>
            <a:lvl1pPr algn="l">
              <a:defRPr sz="2025" b="1">
                <a:solidFill>
                  <a:srgbClr val="181818"/>
                </a:solidFill>
              </a:defRPr>
            </a:lvl1pPr>
            <a:lvl2pPr algn="l">
              <a:defRPr sz="2025" b="1">
                <a:solidFill>
                  <a:srgbClr val="181818"/>
                </a:solidFill>
              </a:defRPr>
            </a:lvl2pPr>
            <a:lvl3pPr algn="l">
              <a:defRPr sz="2025" b="1">
                <a:solidFill>
                  <a:srgbClr val="181818"/>
                </a:solidFill>
              </a:defRPr>
            </a:lvl3pPr>
            <a:lvl4pPr algn="l">
              <a:defRPr sz="2025" b="1">
                <a:solidFill>
                  <a:srgbClr val="181818"/>
                </a:solidFill>
              </a:defRPr>
            </a:lvl4pPr>
            <a:lvl5pPr algn="l">
              <a:defRPr sz="2025" b="1">
                <a:solidFill>
                  <a:srgbClr val="181818"/>
                </a:solidFill>
              </a:defRPr>
            </a:lvl5pPr>
            <a:lvl6pPr algn="l">
              <a:defRPr sz="2025" b="1">
                <a:solidFill>
                  <a:srgbClr val="181818"/>
                </a:solidFill>
              </a:defRPr>
            </a:lvl6pPr>
            <a:lvl7pPr algn="l">
              <a:defRPr sz="2025" b="1">
                <a:solidFill>
                  <a:srgbClr val="181818"/>
                </a:solidFill>
              </a:defRPr>
            </a:lvl7pPr>
            <a:lvl8pPr algn="l">
              <a:defRPr sz="2025" b="1">
                <a:solidFill>
                  <a:srgbClr val="181818"/>
                </a:solidFill>
              </a:defRPr>
            </a:lvl8pPr>
            <a:lvl9pPr algn="l">
              <a:defRPr sz="2025" b="1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1818"/>
                </a:solidFill>
              </a:defRPr>
            </a:pPr>
            <a:r>
              <a:rPr sz="2025" b="1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B   FEV1/FVC × GTEx lung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628D92E-69C0-4F08-8CAD-E42199D3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85950"/>
            <a:ext cx="7477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55555"/>
                </a:solidFill>
              </a:defRPr>
            </a:defPPr>
            <a:lvl1pPr algn="l">
              <a:defRPr sz="1425" b="0">
                <a:solidFill>
                  <a:srgbClr val="555555"/>
                </a:solidFill>
              </a:defRPr>
            </a:lvl1pPr>
            <a:lvl2pPr algn="l">
              <a:defRPr sz="1425" b="0">
                <a:solidFill>
                  <a:srgbClr val="555555"/>
                </a:solidFill>
              </a:defRPr>
            </a:lvl2pPr>
            <a:lvl3pPr algn="l">
              <a:defRPr sz="1425" b="0">
                <a:solidFill>
                  <a:srgbClr val="555555"/>
                </a:solidFill>
              </a:defRPr>
            </a:lvl3pPr>
            <a:lvl4pPr algn="l">
              <a:defRPr sz="1425" b="0">
                <a:solidFill>
                  <a:srgbClr val="555555"/>
                </a:solidFill>
              </a:defRPr>
            </a:lvl4pPr>
            <a:lvl5pPr algn="l">
              <a:defRPr sz="1425" b="0">
                <a:solidFill>
                  <a:srgbClr val="555555"/>
                </a:solidFill>
              </a:defRPr>
            </a:lvl5pPr>
            <a:lvl6pPr algn="l">
              <a:defRPr sz="1425" b="0">
                <a:solidFill>
                  <a:srgbClr val="555555"/>
                </a:solidFill>
              </a:defRPr>
            </a:lvl6pPr>
            <a:lvl7pPr algn="l">
              <a:defRPr sz="1425" b="0">
                <a:solidFill>
                  <a:srgbClr val="555555"/>
                </a:solidFill>
              </a:defRPr>
            </a:lvl7pPr>
            <a:lvl8pPr algn="l">
              <a:defRPr sz="1425" b="0">
                <a:solidFill>
                  <a:srgbClr val="555555"/>
                </a:solidFill>
              </a:defRPr>
            </a:lvl8pPr>
            <a:lvl9pPr algn="l">
              <a:defRPr sz="142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Common set: 4,426 junctions, 26 hits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F23B8F4-B856-4EC2-BAE3-73F10018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86375"/>
            <a:ext cx="661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1DD5AF1-A558-4FAE-9015-FFA6E493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53025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5555"/>
                </a:solidFill>
              </a:defRPr>
            </a:defPPr>
            <a:lvl1pPr algn="r">
              <a:defRPr sz="1200" b="0">
                <a:solidFill>
                  <a:srgbClr val="555555"/>
                </a:solidFill>
              </a:defRPr>
            </a:lvl1pPr>
            <a:lvl2pPr algn="r">
              <a:defRPr sz="1200" b="0">
                <a:solidFill>
                  <a:srgbClr val="555555"/>
                </a:solidFill>
              </a:defRPr>
            </a:lvl2pPr>
            <a:lvl3pPr algn="r">
              <a:defRPr sz="1200" b="0">
                <a:solidFill>
                  <a:srgbClr val="555555"/>
                </a:solidFill>
              </a:defRPr>
            </a:lvl3pPr>
            <a:lvl4pPr algn="r">
              <a:defRPr sz="1200" b="0">
                <a:solidFill>
                  <a:srgbClr val="555555"/>
                </a:solidFill>
              </a:defRPr>
            </a:lvl4pPr>
            <a:lvl5pPr algn="r">
              <a:defRPr sz="1200" b="0">
                <a:solidFill>
                  <a:srgbClr val="555555"/>
                </a:solidFill>
              </a:defRPr>
            </a:lvl5pPr>
            <a:lvl6pPr algn="r">
              <a:defRPr sz="1200" b="0">
                <a:solidFill>
                  <a:srgbClr val="555555"/>
                </a:solidFill>
              </a:defRPr>
            </a:lvl6pPr>
            <a:lvl7pPr algn="r">
              <a:defRPr sz="1200" b="0">
                <a:solidFill>
                  <a:srgbClr val="555555"/>
                </a:solidFill>
              </a:defRPr>
            </a:lvl7pPr>
            <a:lvl8pPr algn="r">
              <a:defRPr sz="1200" b="0">
                <a:solidFill>
                  <a:srgbClr val="555555"/>
                </a:solidFill>
              </a:defRPr>
            </a:lvl8pPr>
            <a:lvl9pPr algn="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0%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867FED8-64D1-42DB-A0EC-0BEC5FA1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0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9E8F01E-373A-4D1F-B420-6ED2DFD2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33888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5555"/>
                </a:solidFill>
              </a:defRPr>
            </a:defPPr>
            <a:lvl1pPr algn="r">
              <a:defRPr sz="1200" b="0">
                <a:solidFill>
                  <a:srgbClr val="555555"/>
                </a:solidFill>
              </a:defRPr>
            </a:lvl1pPr>
            <a:lvl2pPr algn="r">
              <a:defRPr sz="1200" b="0">
                <a:solidFill>
                  <a:srgbClr val="555555"/>
                </a:solidFill>
              </a:defRPr>
            </a:lvl2pPr>
            <a:lvl3pPr algn="r">
              <a:defRPr sz="1200" b="0">
                <a:solidFill>
                  <a:srgbClr val="555555"/>
                </a:solidFill>
              </a:defRPr>
            </a:lvl3pPr>
            <a:lvl4pPr algn="r">
              <a:defRPr sz="1200" b="0">
                <a:solidFill>
                  <a:srgbClr val="555555"/>
                </a:solidFill>
              </a:defRPr>
            </a:lvl4pPr>
            <a:lvl5pPr algn="r">
              <a:defRPr sz="1200" b="0">
                <a:solidFill>
                  <a:srgbClr val="555555"/>
                </a:solidFill>
              </a:defRPr>
            </a:lvl5pPr>
            <a:lvl6pPr algn="r">
              <a:defRPr sz="1200" b="0">
                <a:solidFill>
                  <a:srgbClr val="555555"/>
                </a:solidFill>
              </a:defRPr>
            </a:lvl6pPr>
            <a:lvl7pPr algn="r">
              <a:defRPr sz="1200" b="0">
                <a:solidFill>
                  <a:srgbClr val="555555"/>
                </a:solidFill>
              </a:defRPr>
            </a:lvl7pPr>
            <a:lvl8pPr algn="r">
              <a:defRPr sz="1200" b="0">
                <a:solidFill>
                  <a:srgbClr val="555555"/>
                </a:solidFill>
              </a:defRPr>
            </a:lvl8pPr>
            <a:lvl9pPr algn="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D99067-7CC3-49EC-B1FF-731B2DC2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52863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A13DC8-0173-4C8B-8995-94F1D18E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14750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5555"/>
                </a:solidFill>
              </a:defRPr>
            </a:defPPr>
            <a:lvl1pPr algn="r">
              <a:defRPr sz="1200" b="0">
                <a:solidFill>
                  <a:srgbClr val="555555"/>
                </a:solidFill>
              </a:defRPr>
            </a:lvl1pPr>
            <a:lvl2pPr algn="r">
              <a:defRPr sz="1200" b="0">
                <a:solidFill>
                  <a:srgbClr val="555555"/>
                </a:solidFill>
              </a:defRPr>
            </a:lvl2pPr>
            <a:lvl3pPr algn="r">
              <a:defRPr sz="1200" b="0">
                <a:solidFill>
                  <a:srgbClr val="555555"/>
                </a:solidFill>
              </a:defRPr>
            </a:lvl3pPr>
            <a:lvl4pPr algn="r">
              <a:defRPr sz="1200" b="0">
                <a:solidFill>
                  <a:srgbClr val="555555"/>
                </a:solidFill>
              </a:defRPr>
            </a:lvl4pPr>
            <a:lvl5pPr algn="r">
              <a:defRPr sz="1200" b="0">
                <a:solidFill>
                  <a:srgbClr val="555555"/>
                </a:solidFill>
              </a:defRPr>
            </a:lvl5pPr>
            <a:lvl6pPr algn="r">
              <a:defRPr sz="1200" b="0">
                <a:solidFill>
                  <a:srgbClr val="555555"/>
                </a:solidFill>
              </a:defRPr>
            </a:lvl6pPr>
            <a:lvl7pPr algn="r">
              <a:defRPr sz="1200" b="0">
                <a:solidFill>
                  <a:srgbClr val="555555"/>
                </a:solidFill>
              </a:defRPr>
            </a:lvl7pPr>
            <a:lvl8pPr algn="r">
              <a:defRPr sz="1200" b="0">
                <a:solidFill>
                  <a:srgbClr val="555555"/>
                </a:solidFill>
              </a:defRPr>
            </a:lvl8pPr>
            <a:lvl9pPr algn="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50%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4E1A654-43EF-4204-B55B-AA65402A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33725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C3EE67F-55E4-48AD-B3BE-85D8E84D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95613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5555"/>
                </a:solidFill>
              </a:defRPr>
            </a:defPPr>
            <a:lvl1pPr algn="r">
              <a:defRPr sz="1200" b="0">
                <a:solidFill>
                  <a:srgbClr val="555555"/>
                </a:solidFill>
              </a:defRPr>
            </a:lvl1pPr>
            <a:lvl2pPr algn="r">
              <a:defRPr sz="1200" b="0">
                <a:solidFill>
                  <a:srgbClr val="555555"/>
                </a:solidFill>
              </a:defRPr>
            </a:lvl2pPr>
            <a:lvl3pPr algn="r">
              <a:defRPr sz="1200" b="0">
                <a:solidFill>
                  <a:srgbClr val="555555"/>
                </a:solidFill>
              </a:defRPr>
            </a:lvl3pPr>
            <a:lvl4pPr algn="r">
              <a:defRPr sz="1200" b="0">
                <a:solidFill>
                  <a:srgbClr val="555555"/>
                </a:solidFill>
              </a:defRPr>
            </a:lvl4pPr>
            <a:lvl5pPr algn="r">
              <a:defRPr sz="1200" b="0">
                <a:solidFill>
                  <a:srgbClr val="555555"/>
                </a:solidFill>
              </a:defRPr>
            </a:lvl5pPr>
            <a:lvl6pPr algn="r">
              <a:defRPr sz="1200" b="0">
                <a:solidFill>
                  <a:srgbClr val="555555"/>
                </a:solidFill>
              </a:defRPr>
            </a:lvl6pPr>
            <a:lvl7pPr algn="r">
              <a:defRPr sz="1200" b="0">
                <a:solidFill>
                  <a:srgbClr val="555555"/>
                </a:solidFill>
              </a:defRPr>
            </a:lvl7pPr>
            <a:lvl8pPr algn="r">
              <a:defRPr sz="1200" b="0">
                <a:solidFill>
                  <a:srgbClr val="555555"/>
                </a:solidFill>
              </a:defRPr>
            </a:lvl8pPr>
            <a:lvl9pPr algn="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75%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B99DFF1-21F6-452E-8293-1079280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14588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541FBC5-C98A-4513-8546-D2034B33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76475"/>
            <a:ext cx="50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5555"/>
                </a:solidFill>
              </a:defRPr>
            </a:defPPr>
            <a:lvl1pPr algn="r">
              <a:defRPr sz="1200" b="0">
                <a:solidFill>
                  <a:srgbClr val="555555"/>
                </a:solidFill>
              </a:defRPr>
            </a:lvl1pPr>
            <a:lvl2pPr algn="r">
              <a:defRPr sz="1200" b="0">
                <a:solidFill>
                  <a:srgbClr val="555555"/>
                </a:solidFill>
              </a:defRPr>
            </a:lvl2pPr>
            <a:lvl3pPr algn="r">
              <a:defRPr sz="1200" b="0">
                <a:solidFill>
                  <a:srgbClr val="555555"/>
                </a:solidFill>
              </a:defRPr>
            </a:lvl3pPr>
            <a:lvl4pPr algn="r">
              <a:defRPr sz="1200" b="0">
                <a:solidFill>
                  <a:srgbClr val="555555"/>
                </a:solidFill>
              </a:defRPr>
            </a:lvl4pPr>
            <a:lvl5pPr algn="r">
              <a:defRPr sz="1200" b="0">
                <a:solidFill>
                  <a:srgbClr val="555555"/>
                </a:solidFill>
              </a:defRPr>
            </a:lvl5pPr>
            <a:lvl6pPr algn="r">
              <a:defRPr sz="1200" b="0">
                <a:solidFill>
                  <a:srgbClr val="555555"/>
                </a:solidFill>
              </a:defRPr>
            </a:lvl6pPr>
            <a:lvl7pPr algn="r">
              <a:defRPr sz="1200" b="0">
                <a:solidFill>
                  <a:srgbClr val="555555"/>
                </a:solidFill>
              </a:defRPr>
            </a:lvl7pPr>
            <a:lvl8pPr algn="r">
              <a:defRPr sz="1200" b="0">
                <a:solidFill>
                  <a:srgbClr val="555555"/>
                </a:solidFill>
              </a:defRPr>
            </a:lvl8pPr>
            <a:lvl9pPr algn="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02DF178-66FD-447E-9E8B-046CB031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333" y="5295900"/>
            <a:ext cx="1333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811B023-CD92-4484-8F8F-4D304BD8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39115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0%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B77DB58-7D62-4B6B-8434-EBE93558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301" y="5295900"/>
            <a:ext cx="1333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DE91002-AB72-4E99-8B5A-CAF4CB24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744" y="539115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45E5A0F-41C9-4014-BB34-1E21E82C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8270" y="5295900"/>
            <a:ext cx="1333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DB2F761-ACCA-47DD-BB12-601A1CF9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8713" y="539115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50%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0D7183-D867-4AF9-9262-989F2EC4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3239" y="5295900"/>
            <a:ext cx="1333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7898767-673D-4A80-A0DD-7954741B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3681" y="539115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75%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BF6C0AA-8B4B-4A49-9430-928BFF2C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8208" y="5295900"/>
            <a:ext cx="1333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51CB642-BB0A-440D-A7DA-6C1EA2EF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539115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23B3229-7F0A-42D9-AA6B-C9B2CFD3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419350"/>
            <a:ext cx="19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92AB368-7B50-442F-9AF7-C39FAA42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9825"/>
            <a:ext cx="661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3712A88-EB2C-4740-8124-64E6FFEE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2419350"/>
            <a:ext cx="19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41C283E-D4CC-4522-84E1-DAB57FBA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80660"/>
            <a:ext cx="685021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6040C83-8AB8-4FB2-962E-7EC52A95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781" y="5185263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5D552DE-466D-44B4-8A70-445517F3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021" y="5170023"/>
            <a:ext cx="27370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25CA974-7A0B-4F4C-9B17-A93948B6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90" y="5074627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8A89131-8053-4E56-92FF-65039CBE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730" y="5059387"/>
            <a:ext cx="6581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92A87C6-7A62-43AB-9ACC-DE4E348A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300" y="4963990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FA997D-ECD0-4490-862B-3E0462B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540" y="4948750"/>
            <a:ext cx="80767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530A285-38A6-4609-B21D-13DD06E3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067" y="4853354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0BBA0B7-34A5-42F1-8109-900D2FE4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0307" y="4838114"/>
            <a:ext cx="185464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CE0C473-0669-430E-B6DD-812C610E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531" y="4742717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CD4C7D7-BC7A-4EC9-B939-8E559F2C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771" y="4727477"/>
            <a:ext cx="275205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D10BE89-6A4B-42DC-BC0D-657A11D5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736" y="4632081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BB89DDB-DB7C-4D66-82B0-451E8EB3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76" y="4616841"/>
            <a:ext cx="17948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464A546-335C-4F09-8F38-6A7A5472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684" y="4521444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8181E36-7B3E-43EB-A02F-E73BE890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8924" y="4506204"/>
            <a:ext cx="58331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D796789-A501-4E1D-9E31-A4F11E2A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2015" y="4410808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685DF92-0F86-4C32-A251-B224A5EE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255" y="4395568"/>
            <a:ext cx="71793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A2D4EBE-82A1-45A2-B097-521FC889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808" y="4300171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F311515-30CA-4CF6-885A-4793F5EA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048" y="4284931"/>
            <a:ext cx="161533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FACAFEF-DBE5-4A87-8324-46997B7D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341" y="4189535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FCF7665-7742-4B96-94F5-8BB4C01C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0581" y="4174295"/>
            <a:ext cx="189951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37692AC-1113-453D-B99B-78CEA2C1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293" y="4078898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7C7A8FF-92E3-4AC4-9FE5-9CFBA4E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533" y="4063658"/>
            <a:ext cx="34251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66380FB-420F-4F8D-88C6-EA29F5DA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7803" y="3968262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366F95B-F6B9-479B-9FD3-5C08CEF7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043" y="3953022"/>
            <a:ext cx="79420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2E01D04-82EC-4FE7-AAB5-A16E3903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2009" y="3857625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8EA2470-A6B6-4192-9E3F-EB52115A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7249" y="3842385"/>
            <a:ext cx="33951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66B3DC2-EB27-464F-A49E-DA15D6C8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1528" y="3746988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D49B046-5A16-4DFC-9146-CA7ADC09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6768" y="3731748"/>
            <a:ext cx="483104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D9113C0-DEF8-4876-AE98-29711FC8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4632" y="3636352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870317E-7231-4784-8AEA-20A3450E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872" y="3621112"/>
            <a:ext cx="12264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6792E85-CDDD-4A60-8ABF-1059E5A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7278" y="3525715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1119A38-8790-4911-8DAB-89A0AA6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2518" y="3510475"/>
            <a:ext cx="8974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9EF80AE-AA64-40AD-B97D-E33FEC63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6252" y="3415079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CB4F3BF-CC4B-4804-A5AB-331C3C00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492" y="3399839"/>
            <a:ext cx="14957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87A75BE-33AE-43E6-9DA9-349FBD76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209" y="3304442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4C54096-2DF0-486D-AFFE-64DC41BC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449" y="3289202"/>
            <a:ext cx="762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3BADDF1-7E03-4670-8343-50456728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7488" y="3193806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E14BFAD-5383-4A9F-85DE-D054D454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2728" y="3178566"/>
            <a:ext cx="267727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C273A8A-7580-4E5A-A284-113E017C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5215" y="3083169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2121D9C-487D-4749-B8CE-F905C73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0455" y="3067929"/>
            <a:ext cx="22435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0E9BD28-161C-489F-8B48-BF22B8B6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650" y="2972533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A601EA3-5E4B-486D-90D0-516CA48F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2890" y="2957293"/>
            <a:ext cx="58331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C15EE98-0C27-43F8-904C-3F1891CF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5981" y="2861896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F887842-4764-46CE-BA05-51834BEC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1221" y="2846656"/>
            <a:ext cx="83758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9718BFF-F2A4-4F6B-A2A3-54AA0827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3562" y="2751260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2DF1535-7394-4E21-874F-63C04002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802" y="2736020"/>
            <a:ext cx="237813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98FDD18-E235-4A30-9B31-E90C1044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1375" y="2640623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61DC7FC-BC77-42A7-8CA0-B35AF9DE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6615" y="2625383"/>
            <a:ext cx="57583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D3199E6-7479-474C-AAFB-E96633EF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7211" y="2529987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25A9B3A-99D5-41B1-A316-34928959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2451" y="2514747"/>
            <a:ext cx="12264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0A8A2E6-5FAB-47E0-B6CC-872B71C5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9857" y="2419350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545E37A-64A0-422A-BBBC-9BE5528D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5097" y="2404110"/>
            <a:ext cx="249778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D2CD16D-A971-4EDA-81BD-CB1F9CFB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80660"/>
            <a:ext cx="59827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7396AB4-EC00-4E6D-9A67-80E05D76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587" y="5185263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3A12B8A-6C7F-4752-A7F0-7F9BBA47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827" y="5170023"/>
            <a:ext cx="2991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969996D-694A-4C8E-85E5-3E897746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579" y="5074627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2DE45F2-C29F-45C5-BFD7-12E58BE2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819" y="5059387"/>
            <a:ext cx="95723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3C64456-CDFD-4D09-B26C-6B2F9983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302" y="4963990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9835C76-7FD8-497E-A3D0-6CAEA1D7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542" y="4948750"/>
            <a:ext cx="16302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DC82BD2-2C8B-43DA-A0CB-12E3E066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31" y="4853354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AED5D74-D8D7-4F33-87E4-53DBDA6C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571" y="4838114"/>
            <a:ext cx="149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21BF813-B279-4EC3-B074-3DAED4C9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827" y="4742717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FA72D85-00D7-4773-95DF-5356BE9F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67" y="4727477"/>
            <a:ext cx="11815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A70BF5E-5AAC-4C72-B963-400C5B72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85" y="4632081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96F3F91-2A46-4C4D-BEEF-2D8EFE62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225" y="4616841"/>
            <a:ext cx="8974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EB9E7A6-66C9-4B62-BA3E-2BC99799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959" y="4521444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E99B452-D988-4C61-893D-249C4B14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5199" y="4506204"/>
            <a:ext cx="2991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C8612C5-66C8-4392-BBF2-B07E5C39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951" y="4410808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4D4E774-D079-4B0E-9BFF-EA1F6189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191" y="4395568"/>
            <a:ext cx="29464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16B840E-7CA5-4223-AD3A-96E53938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599" y="4300171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9056622-588D-4BF3-B647-CC27C461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839" y="4284931"/>
            <a:ext cx="28717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7EBAAA7-B209-4247-84A2-E199F2B1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770" y="4189535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8CAD52C-03AB-46B2-9F73-89E6D2C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010" y="4174295"/>
            <a:ext cx="39934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CEAF702-73D6-4B4B-95A2-4CFB56BA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116" y="4078898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FD7B953B-F768-474C-82FC-358600C3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356" y="4063658"/>
            <a:ext cx="370928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5FF3BD7-9299-43E9-9267-12898386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044" y="3968262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1A1C676-8FB1-4D8C-ACF1-1B54CAD4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284" y="3953022"/>
            <a:ext cx="73288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32AD7EF-A3EF-4DBD-A3F6-ACE0B96F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8333" y="3857625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90A75E5-7B6B-4992-9B10-BCD1262A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3573" y="3842385"/>
            <a:ext cx="6281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91E52FF-9BF2-4E24-A5E3-08812D39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1151" y="3746988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650E03B-CB1F-48AB-968E-EF249B25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391" y="3731748"/>
            <a:ext cx="329049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7F7CA66-4FBF-471B-A004-E31F8A82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0201" y="3636352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91C9AF1-C541-44CA-8A29-0C821764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441" y="3621112"/>
            <a:ext cx="677543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0460C6F0-16EB-499A-BD1E-2E0BA51D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7743" y="3525715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8A3F218-CDF9-4D65-9973-6C8991DF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2983" y="3510475"/>
            <a:ext cx="116663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D73CFC34-EE8E-437F-B07E-4478AD78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406" y="3415079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A43102D4-AB94-44AA-B22A-D36F9B51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9646" y="3399839"/>
            <a:ext cx="130124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EC0DEEA-3C80-4F4F-8522-2D89FF48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4530" y="3304442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69A118D-82C4-4853-9FBD-2F0A9CBB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9770" y="3289202"/>
            <a:ext cx="158542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457C5F4-7F9D-4C6F-A903-633B6725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3072" y="3193806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DB73F66-198B-4AB3-B3E6-1FBDBDFE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8312" y="3178566"/>
            <a:ext cx="216873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E201754-FEF0-4ED7-99F3-829D1C15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9946" y="3083169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5F5F64B-F17D-4208-B880-505F12C9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186" y="3067929"/>
            <a:ext cx="145081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4626A15-4CAC-4C5D-B534-3E5B4D75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026" y="2972533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6E4135D-A022-45A1-9F0E-F820D77F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266" y="2957293"/>
            <a:ext cx="8974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EF0B137-54BE-4902-A172-880A490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001" y="2861896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506D600-81E9-4C9D-8A58-7AB2966B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41" y="2846656"/>
            <a:ext cx="128628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FB0B79E-890C-49A8-9491-AAD97AE1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629" y="2751260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08D853A9-A06F-4ED5-93A7-0D2FE624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869" y="2736020"/>
            <a:ext cx="100509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8BDE238-46FE-483F-A8CF-0561D239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7725" y="2640623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199B6F1-D048-46EE-9198-70EA7457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965" y="2625383"/>
            <a:ext cx="783736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B516E6A-2185-4312-AE1A-CD95E134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1461" y="2529987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50FAC6A-215F-4A06-91D6-ACD08842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6701" y="2514747"/>
            <a:ext cx="611733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953B0B7-5AE3-4DCD-A33D-BBA088B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194" y="2419350"/>
            <a:ext cx="30480" cy="110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DACFCFA-1A16-47B1-8128-504301A2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8434" y="2404110"/>
            <a:ext cx="366441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CA4F83E9-6EFE-4E7E-9C87-AAB8DB1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34050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55555"/>
                </a:solidFill>
              </a:defRPr>
            </a:defPPr>
            <a:lvl1pPr algn="ctr">
              <a:defRPr sz="1350" b="0">
                <a:solidFill>
                  <a:srgbClr val="555555"/>
                </a:solidFill>
              </a:defRPr>
            </a:lvl1pPr>
            <a:lvl2pPr algn="ctr">
              <a:defRPr sz="1350" b="0">
                <a:solidFill>
                  <a:srgbClr val="555555"/>
                </a:solidFill>
              </a:defRPr>
            </a:lvl2pPr>
            <a:lvl3pPr algn="ctr">
              <a:defRPr sz="1350" b="0">
                <a:solidFill>
                  <a:srgbClr val="555555"/>
                </a:solidFill>
              </a:defRPr>
            </a:lvl3pPr>
            <a:lvl4pPr algn="ctr">
              <a:defRPr sz="1350" b="0">
                <a:solidFill>
                  <a:srgbClr val="555555"/>
                </a:solidFill>
              </a:defRPr>
            </a:lvl4pPr>
            <a:lvl5pPr algn="ctr">
              <a:defRPr sz="1350" b="0">
                <a:solidFill>
                  <a:srgbClr val="555555"/>
                </a:solidFill>
              </a:defRPr>
            </a:lvl5pPr>
            <a:lvl6pPr algn="ctr">
              <a:defRPr sz="1350" b="0">
                <a:solidFill>
                  <a:srgbClr val="555555"/>
                </a:solidFill>
              </a:defRPr>
            </a:lvl6pPr>
            <a:lvl7pPr algn="ctr">
              <a:defRPr sz="1350" b="0">
                <a:solidFill>
                  <a:srgbClr val="555555"/>
                </a:solidFill>
              </a:defRPr>
            </a:lvl7pPr>
            <a:lvl8pPr algn="ctr">
              <a:defRPr sz="1350" b="0">
                <a:solidFill>
                  <a:srgbClr val="555555"/>
                </a:solidFill>
              </a:defRPr>
            </a:lvl8pPr>
            <a:lvl9pPr algn="ctr">
              <a:defRPr sz="135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Fraction of ranked junctions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7A3BA5A-24E4-4521-A7F8-BABB343D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2457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1818"/>
                </a:solidFill>
              </a:defRPr>
            </a:defPPr>
            <a:lvl1pPr algn="l">
              <a:defRPr sz="1500" b="0">
                <a:solidFill>
                  <a:srgbClr val="181818"/>
                </a:solidFill>
              </a:defRPr>
            </a:lvl1pPr>
            <a:lvl2pPr algn="l">
              <a:defRPr sz="1500" b="0">
                <a:solidFill>
                  <a:srgbClr val="181818"/>
                </a:solidFill>
              </a:defRPr>
            </a:lvl2pPr>
            <a:lvl3pPr algn="l">
              <a:defRPr sz="1500" b="0">
                <a:solidFill>
                  <a:srgbClr val="181818"/>
                </a:solidFill>
              </a:defRPr>
            </a:lvl3pPr>
            <a:lvl4pPr algn="l">
              <a:defRPr sz="1500" b="0">
                <a:solidFill>
                  <a:srgbClr val="181818"/>
                </a:solidFill>
              </a:defRPr>
            </a:lvl4pPr>
            <a:lvl5pPr algn="l">
              <a:defRPr sz="1500" b="0">
                <a:solidFill>
                  <a:srgbClr val="181818"/>
                </a:solidFill>
              </a:defRPr>
            </a:lvl5pPr>
            <a:lvl6pPr algn="l">
              <a:defRPr sz="1500" b="0">
                <a:solidFill>
                  <a:srgbClr val="181818"/>
                </a:solidFill>
              </a:defRPr>
            </a:lvl6pPr>
            <a:lvl7pPr algn="l">
              <a:defRPr sz="1500" b="0">
                <a:solidFill>
                  <a:srgbClr val="181818"/>
                </a:solidFill>
              </a:defRPr>
            </a:lvl7pPr>
            <a:lvl8pPr algn="l">
              <a:defRPr sz="1500" b="0">
                <a:solidFill>
                  <a:srgbClr val="181818"/>
                </a:solidFill>
              </a:defRPr>
            </a:lvl8pPr>
            <a:lvl9pPr algn="l">
              <a:defRPr sz="1500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1818"/>
                </a:solidFill>
              </a:defRPr>
            </a:pPr>
            <a:r>
              <a:rPr sz="1500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Curve area: 0.666 vs 0.519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001FF852-5637-421F-B702-BC0401AB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4484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1818"/>
                </a:solidFill>
              </a:defRPr>
            </a:defPPr>
            <a:lvl1pPr algn="l">
              <a:defRPr sz="1500" b="0">
                <a:solidFill>
                  <a:srgbClr val="181818"/>
                </a:solidFill>
              </a:defRPr>
            </a:lvl1pPr>
            <a:lvl2pPr algn="l">
              <a:defRPr sz="1500" b="0">
                <a:solidFill>
                  <a:srgbClr val="181818"/>
                </a:solidFill>
              </a:defRPr>
            </a:lvl2pPr>
            <a:lvl3pPr algn="l">
              <a:defRPr sz="1500" b="0">
                <a:solidFill>
                  <a:srgbClr val="181818"/>
                </a:solidFill>
              </a:defRPr>
            </a:lvl3pPr>
            <a:lvl4pPr algn="l">
              <a:defRPr sz="1500" b="0">
                <a:solidFill>
                  <a:srgbClr val="181818"/>
                </a:solidFill>
              </a:defRPr>
            </a:lvl4pPr>
            <a:lvl5pPr algn="l">
              <a:defRPr sz="1500" b="0">
                <a:solidFill>
                  <a:srgbClr val="181818"/>
                </a:solidFill>
              </a:defRPr>
            </a:lvl5pPr>
            <a:lvl6pPr algn="l">
              <a:defRPr sz="1500" b="0">
                <a:solidFill>
                  <a:srgbClr val="181818"/>
                </a:solidFill>
              </a:defRPr>
            </a:lvl6pPr>
            <a:lvl7pPr algn="l">
              <a:defRPr sz="1500" b="0">
                <a:solidFill>
                  <a:srgbClr val="181818"/>
                </a:solidFill>
              </a:defRPr>
            </a:lvl7pPr>
            <a:lvl8pPr algn="l">
              <a:defRPr sz="1500" b="0">
                <a:solidFill>
                  <a:srgbClr val="181818"/>
                </a:solidFill>
              </a:defRPr>
            </a:lvl8pPr>
            <a:lvl9pPr algn="l">
              <a:defRPr sz="1500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1818"/>
                </a:solidFill>
              </a:defRPr>
            </a:pPr>
            <a:r>
              <a:rPr sz="1500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AUPRC: 0.0150 vs 0.0061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B02330E-F333-4969-A5E5-4C9F7440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77227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55555"/>
                </a:solidFill>
              </a:defRPr>
            </a:defPPr>
            <a:lvl1pPr algn="l">
              <a:defRPr sz="1350" b="0">
                <a:solidFill>
                  <a:srgbClr val="555555"/>
                </a:solidFill>
              </a:defRPr>
            </a:lvl1pPr>
            <a:lvl2pPr algn="l">
              <a:defRPr sz="1350" b="0">
                <a:solidFill>
                  <a:srgbClr val="555555"/>
                </a:solidFill>
              </a:defRPr>
            </a:lvl2pPr>
            <a:lvl3pPr algn="l">
              <a:defRPr sz="1350" b="0">
                <a:solidFill>
                  <a:srgbClr val="555555"/>
                </a:solidFill>
              </a:defRPr>
            </a:lvl3pPr>
            <a:lvl4pPr algn="l">
              <a:defRPr sz="1350" b="0">
                <a:solidFill>
                  <a:srgbClr val="555555"/>
                </a:solidFill>
              </a:defRPr>
            </a:lvl4pPr>
            <a:lvl5pPr algn="l">
              <a:defRPr sz="1350" b="0">
                <a:solidFill>
                  <a:srgbClr val="555555"/>
                </a:solidFill>
              </a:defRPr>
            </a:lvl5pPr>
            <a:lvl6pPr algn="l">
              <a:defRPr sz="1350" b="0">
                <a:solidFill>
                  <a:srgbClr val="555555"/>
                </a:solidFill>
              </a:defRPr>
            </a:lvl6pPr>
            <a:lvl7pPr algn="l">
              <a:defRPr sz="1350" b="0">
                <a:solidFill>
                  <a:srgbClr val="555555"/>
                </a:solidFill>
              </a:defRPr>
            </a:lvl7pPr>
            <a:lvl8pPr algn="l">
              <a:defRPr sz="1350" b="0">
                <a:solidFill>
                  <a:srgbClr val="555555"/>
                </a:solidFill>
              </a:defRPr>
            </a:lvl8pPr>
            <a:lvl9pPr algn="l">
              <a:defRPr sz="135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Regional P=0.0092 (Holm 0.018)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F855E43-9713-4EEC-9602-8F4A3C6F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812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55555"/>
                </a:solidFill>
              </a:defRPr>
            </a:defPPr>
            <a:lvl1pPr algn="l">
              <a:defRPr sz="1275" b="0">
                <a:solidFill>
                  <a:srgbClr val="555555"/>
                </a:solidFill>
              </a:defRPr>
            </a:lvl1pPr>
            <a:lvl2pPr algn="l">
              <a:defRPr sz="1275" b="0">
                <a:solidFill>
                  <a:srgbClr val="555555"/>
                </a:solidFill>
              </a:defRPr>
            </a:lvl2pPr>
            <a:lvl3pPr algn="l">
              <a:defRPr sz="1275" b="0">
                <a:solidFill>
                  <a:srgbClr val="555555"/>
                </a:solidFill>
              </a:defRPr>
            </a:lvl3pPr>
            <a:lvl4pPr algn="l">
              <a:defRPr sz="1275" b="0">
                <a:solidFill>
                  <a:srgbClr val="555555"/>
                </a:solidFill>
              </a:defRPr>
            </a:lvl4pPr>
            <a:lvl5pPr algn="l">
              <a:defRPr sz="1275" b="0">
                <a:solidFill>
                  <a:srgbClr val="555555"/>
                </a:solidFill>
              </a:defRPr>
            </a:lvl5pPr>
            <a:lvl6pPr algn="l">
              <a:defRPr sz="1275" b="0">
                <a:solidFill>
                  <a:srgbClr val="555555"/>
                </a:solidFill>
              </a:defRPr>
            </a:lvl6pPr>
            <a:lvl7pPr algn="l">
              <a:defRPr sz="1275" b="0">
                <a:solidFill>
                  <a:srgbClr val="555555"/>
                </a:solidFill>
              </a:defRPr>
            </a:lvl7pPr>
            <a:lvl8pPr algn="l">
              <a:defRPr sz="1275" b="0">
                <a:solidFill>
                  <a:srgbClr val="555555"/>
                </a:solidFill>
              </a:defRPr>
            </a:lvl8pPr>
            <a:lvl9pPr algn="l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Cumulative share of colocalization hits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D8E4481-5656-4710-B115-A5679C5F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05675"/>
            <a:ext cx="1581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65ED94E-D98A-41A0-ACD4-C7BD9901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58075"/>
            <a:ext cx="742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1818"/>
                </a:solidFill>
              </a:defRPr>
            </a:defPPr>
            <a:lvl1pPr algn="l">
              <a:defRPr sz="2025" b="1">
                <a:solidFill>
                  <a:srgbClr val="181818"/>
                </a:solidFill>
              </a:defRPr>
            </a:lvl1pPr>
            <a:lvl2pPr algn="l">
              <a:defRPr sz="2025" b="1">
                <a:solidFill>
                  <a:srgbClr val="181818"/>
                </a:solidFill>
              </a:defRPr>
            </a:lvl2pPr>
            <a:lvl3pPr algn="l">
              <a:defRPr sz="2025" b="1">
                <a:solidFill>
                  <a:srgbClr val="181818"/>
                </a:solidFill>
              </a:defRPr>
            </a:lvl3pPr>
            <a:lvl4pPr algn="l">
              <a:defRPr sz="2025" b="1">
                <a:solidFill>
                  <a:srgbClr val="181818"/>
                </a:solidFill>
              </a:defRPr>
            </a:lvl4pPr>
            <a:lvl5pPr algn="l">
              <a:defRPr sz="2025" b="1">
                <a:solidFill>
                  <a:srgbClr val="181818"/>
                </a:solidFill>
              </a:defRPr>
            </a:lvl5pPr>
            <a:lvl6pPr algn="l">
              <a:defRPr sz="2025" b="1">
                <a:solidFill>
                  <a:srgbClr val="181818"/>
                </a:solidFill>
              </a:defRPr>
            </a:lvl6pPr>
            <a:lvl7pPr algn="l">
              <a:defRPr sz="2025" b="1">
                <a:solidFill>
                  <a:srgbClr val="181818"/>
                </a:solidFill>
              </a:defRPr>
            </a:lvl7pPr>
            <a:lvl8pPr algn="l">
              <a:defRPr sz="2025" b="1">
                <a:solidFill>
                  <a:srgbClr val="181818"/>
                </a:solidFill>
              </a:defRPr>
            </a:lvl8pPr>
            <a:lvl9pPr algn="l">
              <a:defRPr sz="2025" b="1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1818"/>
                </a:solidFill>
              </a:defRPr>
            </a:pPr>
            <a:r>
              <a:rPr sz="2025" b="1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C   Within global MAGMA top 2%: hit rate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21FF4B5-B378-4BD6-8768-EC6E5A67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458075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1818"/>
                </a:solidFill>
              </a:defRPr>
            </a:defPPr>
            <a:lvl1pPr algn="l">
              <a:defRPr sz="2025" b="1">
                <a:solidFill>
                  <a:srgbClr val="181818"/>
                </a:solidFill>
              </a:defRPr>
            </a:lvl1pPr>
            <a:lvl2pPr algn="l">
              <a:defRPr sz="2025" b="1">
                <a:solidFill>
                  <a:srgbClr val="181818"/>
                </a:solidFill>
              </a:defRPr>
            </a:lvl2pPr>
            <a:lvl3pPr algn="l">
              <a:defRPr sz="2025" b="1">
                <a:solidFill>
                  <a:srgbClr val="181818"/>
                </a:solidFill>
              </a:defRPr>
            </a:lvl3pPr>
            <a:lvl4pPr algn="l">
              <a:defRPr sz="2025" b="1">
                <a:solidFill>
                  <a:srgbClr val="181818"/>
                </a:solidFill>
              </a:defRPr>
            </a:lvl4pPr>
            <a:lvl5pPr algn="l">
              <a:defRPr sz="2025" b="1">
                <a:solidFill>
                  <a:srgbClr val="181818"/>
                </a:solidFill>
              </a:defRPr>
            </a:lvl5pPr>
            <a:lvl6pPr algn="l">
              <a:defRPr sz="2025" b="1">
                <a:solidFill>
                  <a:srgbClr val="181818"/>
                </a:solidFill>
              </a:defRPr>
            </a:lvl6pPr>
            <a:lvl7pPr algn="l">
              <a:defRPr sz="2025" b="1">
                <a:solidFill>
                  <a:srgbClr val="181818"/>
                </a:solidFill>
              </a:defRPr>
            </a:lvl7pPr>
            <a:lvl8pPr algn="l">
              <a:defRPr sz="2025" b="1">
                <a:solidFill>
                  <a:srgbClr val="181818"/>
                </a:solidFill>
              </a:defRPr>
            </a:lvl8pPr>
            <a:lvl9pPr algn="l">
              <a:defRPr sz="2025" b="1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1818"/>
                </a:solidFill>
              </a:defRPr>
            </a:pPr>
            <a:r>
              <a:rPr sz="2025" b="1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D   Conditional odds ratio within MAGMA top 2%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492EE7BF-13D8-48A1-84DC-AE4569FB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67650"/>
            <a:ext cx="1552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55555"/>
                </a:solidFill>
              </a:defRPr>
            </a:defPPr>
            <a:lvl1pPr algn="l">
              <a:defRPr sz="1350" b="0">
                <a:solidFill>
                  <a:srgbClr val="555555"/>
                </a:solidFill>
              </a:defRPr>
            </a:lvl1pPr>
            <a:lvl2pPr algn="l">
              <a:defRPr sz="1350" b="0">
                <a:solidFill>
                  <a:srgbClr val="555555"/>
                </a:solidFill>
              </a:defRPr>
            </a:lvl2pPr>
            <a:lvl3pPr algn="l">
              <a:defRPr sz="1350" b="0">
                <a:solidFill>
                  <a:srgbClr val="555555"/>
                </a:solidFill>
              </a:defRPr>
            </a:lvl3pPr>
            <a:lvl4pPr algn="l">
              <a:defRPr sz="1350" b="0">
                <a:solidFill>
                  <a:srgbClr val="555555"/>
                </a:solidFill>
              </a:defRPr>
            </a:lvl4pPr>
            <a:lvl5pPr algn="l">
              <a:defRPr sz="1350" b="0">
                <a:solidFill>
                  <a:srgbClr val="555555"/>
                </a:solidFill>
              </a:defRPr>
            </a:lvl5pPr>
            <a:lvl6pPr algn="l">
              <a:defRPr sz="1350" b="0">
                <a:solidFill>
                  <a:srgbClr val="555555"/>
                </a:solidFill>
              </a:defRPr>
            </a:lvl6pPr>
            <a:lvl7pPr algn="l">
              <a:defRPr sz="1350" b="0">
                <a:solidFill>
                  <a:srgbClr val="555555"/>
                </a:solidFill>
              </a:defRPr>
            </a:lvl7pPr>
            <a:lvl8pPr algn="l">
              <a:defRPr sz="1350" b="0">
                <a:solidFill>
                  <a:srgbClr val="555555"/>
                </a:solidFill>
              </a:defRPr>
            </a:lvl8pPr>
            <a:lvl9pPr algn="l">
              <a:defRPr sz="135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MAGMA and model top 2% each select 1,915 of 95,750 junctions globally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C2CBDC13-DA77-45FA-A6F5-5204E91F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210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D9495AD-0499-4C44-AA53-6A46EE68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16292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1818"/>
                </a:solidFill>
              </a:defRPr>
            </a:defPPr>
            <a:lvl1pPr algn="l">
              <a:defRPr sz="1425" b="0">
                <a:solidFill>
                  <a:srgbClr val="181818"/>
                </a:solidFill>
              </a:defRPr>
            </a:lvl1pPr>
            <a:lvl2pPr algn="l">
              <a:defRPr sz="1425" b="0">
                <a:solidFill>
                  <a:srgbClr val="181818"/>
                </a:solidFill>
              </a:defRPr>
            </a:lvl2pPr>
            <a:lvl3pPr algn="l">
              <a:defRPr sz="1425" b="0">
                <a:solidFill>
                  <a:srgbClr val="181818"/>
                </a:solidFill>
              </a:defRPr>
            </a:lvl3pPr>
            <a:lvl4pPr algn="l">
              <a:defRPr sz="1425" b="0">
                <a:solidFill>
                  <a:srgbClr val="181818"/>
                </a:solidFill>
              </a:defRPr>
            </a:lvl4pPr>
            <a:lvl5pPr algn="l">
              <a:defRPr sz="1425" b="0">
                <a:solidFill>
                  <a:srgbClr val="181818"/>
                </a:solidFill>
              </a:defRPr>
            </a:lvl5pPr>
            <a:lvl6pPr algn="l">
              <a:defRPr sz="1425" b="0">
                <a:solidFill>
                  <a:srgbClr val="181818"/>
                </a:solidFill>
              </a:defRPr>
            </a:lvl6pPr>
            <a:lvl7pPr algn="l">
              <a:defRPr sz="1425" b="0">
                <a:solidFill>
                  <a:srgbClr val="181818"/>
                </a:solidFill>
              </a:defRPr>
            </a:lvl7pPr>
            <a:lvl8pPr algn="l">
              <a:defRPr sz="1425" b="0">
                <a:solidFill>
                  <a:srgbClr val="181818"/>
                </a:solidFill>
              </a:defRPr>
            </a:lvl8pPr>
            <a:lvl9pPr algn="l">
              <a:defRPr sz="142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8"/>
                </a:solidFill>
              </a:defRPr>
            </a:pPr>
            <a:r>
              <a:rPr sz="142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Model ∩ MAGMA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FC3ED9B-52DB-4BD5-B085-1A418E06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210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5F846C9-E9E6-4EA2-BEFE-82AAA42B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81629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1818"/>
                </a:solidFill>
              </a:defRPr>
            </a:defPPr>
            <a:lvl1pPr algn="l">
              <a:defRPr sz="1425" b="0">
                <a:solidFill>
                  <a:srgbClr val="181818"/>
                </a:solidFill>
              </a:defRPr>
            </a:lvl1pPr>
            <a:lvl2pPr algn="l">
              <a:defRPr sz="1425" b="0">
                <a:solidFill>
                  <a:srgbClr val="181818"/>
                </a:solidFill>
              </a:defRPr>
            </a:lvl2pPr>
            <a:lvl3pPr algn="l">
              <a:defRPr sz="1425" b="0">
                <a:solidFill>
                  <a:srgbClr val="181818"/>
                </a:solidFill>
              </a:defRPr>
            </a:lvl3pPr>
            <a:lvl4pPr algn="l">
              <a:defRPr sz="1425" b="0">
                <a:solidFill>
                  <a:srgbClr val="181818"/>
                </a:solidFill>
              </a:defRPr>
            </a:lvl4pPr>
            <a:lvl5pPr algn="l">
              <a:defRPr sz="1425" b="0">
                <a:solidFill>
                  <a:srgbClr val="181818"/>
                </a:solidFill>
              </a:defRPr>
            </a:lvl5pPr>
            <a:lvl6pPr algn="l">
              <a:defRPr sz="1425" b="0">
                <a:solidFill>
                  <a:srgbClr val="181818"/>
                </a:solidFill>
              </a:defRPr>
            </a:lvl6pPr>
            <a:lvl7pPr algn="l">
              <a:defRPr sz="1425" b="0">
                <a:solidFill>
                  <a:srgbClr val="181818"/>
                </a:solidFill>
              </a:defRPr>
            </a:lvl7pPr>
            <a:lvl8pPr algn="l">
              <a:defRPr sz="1425" b="0">
                <a:solidFill>
                  <a:srgbClr val="181818"/>
                </a:solidFill>
              </a:defRPr>
            </a:lvl8pPr>
            <a:lvl9pPr algn="l">
              <a:defRPr sz="142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8"/>
                </a:solidFill>
              </a:defRPr>
            </a:pPr>
            <a:r>
              <a:rPr sz="142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Other MAGMA top 2%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3179B38-BC56-4E07-AFC8-73F76DAE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48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629"/>
          </a:bodyPr>
          <a:lstStyle xmlns:a="http://schemas.openxmlformats.org/drawingml/2006/main">
            <a:defPPr algn="l">
              <a:defRPr sz="1425" b="0">
                <a:solidFill>
                  <a:srgbClr val="181818"/>
                </a:solidFill>
              </a:defRPr>
            </a:defPPr>
            <a:lvl1pPr algn="l">
              <a:defRPr sz="1425" b="0">
                <a:solidFill>
                  <a:srgbClr val="181818"/>
                </a:solidFill>
              </a:defRPr>
            </a:lvl1pPr>
            <a:lvl2pPr algn="l">
              <a:defRPr sz="1425" b="0">
                <a:solidFill>
                  <a:srgbClr val="181818"/>
                </a:solidFill>
              </a:defRPr>
            </a:lvl2pPr>
            <a:lvl3pPr algn="l">
              <a:defRPr sz="1425" b="0">
                <a:solidFill>
                  <a:srgbClr val="181818"/>
                </a:solidFill>
              </a:defRPr>
            </a:lvl3pPr>
            <a:lvl4pPr algn="l">
              <a:defRPr sz="1425" b="0">
                <a:solidFill>
                  <a:srgbClr val="181818"/>
                </a:solidFill>
              </a:defRPr>
            </a:lvl4pPr>
            <a:lvl5pPr algn="l">
              <a:defRPr sz="1425" b="0">
                <a:solidFill>
                  <a:srgbClr val="181818"/>
                </a:solidFill>
              </a:defRPr>
            </a:lvl5pPr>
            <a:lvl6pPr algn="l">
              <a:defRPr sz="1425" b="0">
                <a:solidFill>
                  <a:srgbClr val="181818"/>
                </a:solidFill>
              </a:defRPr>
            </a:lvl6pPr>
            <a:lvl7pPr algn="l">
              <a:defRPr sz="1425" b="0">
                <a:solidFill>
                  <a:srgbClr val="181818"/>
                </a:solidFill>
              </a:defRPr>
            </a:lvl7pPr>
            <a:lvl8pPr algn="l">
              <a:defRPr sz="1425" b="0">
                <a:solidFill>
                  <a:srgbClr val="181818"/>
                </a:solidFill>
              </a:defRPr>
            </a:lvl8pPr>
            <a:lvl9pPr algn="l">
              <a:defRPr sz="142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8"/>
                </a:solidFill>
              </a:defRPr>
            </a:pPr>
            <a:r>
              <a:rPr sz="142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ICGC COPD × LTRC lung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8185201-1DF1-40E7-9103-40097D2F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0"/>
            <a:ext cx="459967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0F34F70-6E94-48AC-BD5E-8EA50C46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086850"/>
            <a:ext cx="105470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CB33D73-EB3C-4838-B73F-8CCB40C3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379" y="8743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81818"/>
                </a:solidFill>
              </a:defRPr>
            </a:defPPr>
            <a:lvl1pPr algn="l">
              <a:defRPr sz="1350" b="0">
                <a:solidFill>
                  <a:srgbClr val="181818"/>
                </a:solidFill>
              </a:defRPr>
            </a:lvl1pPr>
            <a:lvl2pPr algn="l">
              <a:defRPr sz="1350" b="0">
                <a:solidFill>
                  <a:srgbClr val="181818"/>
                </a:solidFill>
              </a:defRPr>
            </a:lvl2pPr>
            <a:lvl3pPr algn="l">
              <a:defRPr sz="1350" b="0">
                <a:solidFill>
                  <a:srgbClr val="181818"/>
                </a:solidFill>
              </a:defRPr>
            </a:lvl3pPr>
            <a:lvl4pPr algn="l">
              <a:defRPr sz="1350" b="0">
                <a:solidFill>
                  <a:srgbClr val="181818"/>
                </a:solidFill>
              </a:defRPr>
            </a:lvl4pPr>
            <a:lvl5pPr algn="l">
              <a:defRPr sz="1350" b="0">
                <a:solidFill>
                  <a:srgbClr val="181818"/>
                </a:solidFill>
              </a:defRPr>
            </a:lvl5pPr>
            <a:lvl6pPr algn="l">
              <a:defRPr sz="1350" b="0">
                <a:solidFill>
                  <a:srgbClr val="181818"/>
                </a:solidFill>
              </a:defRPr>
            </a:lvl6pPr>
            <a:lvl7pPr algn="l">
              <a:defRPr sz="1350" b="0">
                <a:solidFill>
                  <a:srgbClr val="181818"/>
                </a:solidFill>
              </a:defRPr>
            </a:lvl7pPr>
            <a:lvl8pPr algn="l">
              <a:defRPr sz="1350" b="0">
                <a:solidFill>
                  <a:srgbClr val="181818"/>
                </a:solidFill>
              </a:defRPr>
            </a:lvl8pPr>
            <a:lvl9pPr algn="l">
              <a:defRPr sz="1350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81818"/>
                </a:solidFill>
              </a:defRPr>
            </a:pPr>
            <a:r>
              <a:rPr sz="1350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11.1% (9/81)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342405B-9818-4E23-9A79-A3451EAB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404" y="9067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81818"/>
                </a:solidFill>
              </a:defRPr>
            </a:defPPr>
            <a:lvl1pPr algn="l">
              <a:defRPr sz="1350" b="0">
                <a:solidFill>
                  <a:srgbClr val="181818"/>
                </a:solidFill>
              </a:defRPr>
            </a:lvl1pPr>
            <a:lvl2pPr algn="l">
              <a:defRPr sz="1350" b="0">
                <a:solidFill>
                  <a:srgbClr val="181818"/>
                </a:solidFill>
              </a:defRPr>
            </a:lvl2pPr>
            <a:lvl3pPr algn="l">
              <a:defRPr sz="1350" b="0">
                <a:solidFill>
                  <a:srgbClr val="181818"/>
                </a:solidFill>
              </a:defRPr>
            </a:lvl3pPr>
            <a:lvl4pPr algn="l">
              <a:defRPr sz="1350" b="0">
                <a:solidFill>
                  <a:srgbClr val="181818"/>
                </a:solidFill>
              </a:defRPr>
            </a:lvl4pPr>
            <a:lvl5pPr algn="l">
              <a:defRPr sz="1350" b="0">
                <a:solidFill>
                  <a:srgbClr val="181818"/>
                </a:solidFill>
              </a:defRPr>
            </a:lvl5pPr>
            <a:lvl6pPr algn="l">
              <a:defRPr sz="1350" b="0">
                <a:solidFill>
                  <a:srgbClr val="181818"/>
                </a:solidFill>
              </a:defRPr>
            </a:lvl6pPr>
            <a:lvl7pPr algn="l">
              <a:defRPr sz="1350" b="0">
                <a:solidFill>
                  <a:srgbClr val="181818"/>
                </a:solidFill>
              </a:defRPr>
            </a:lvl7pPr>
            <a:lvl8pPr algn="l">
              <a:defRPr sz="1350" b="0">
                <a:solidFill>
                  <a:srgbClr val="181818"/>
                </a:solidFill>
              </a:defRPr>
            </a:lvl8pPr>
            <a:lvl9pPr algn="l">
              <a:defRPr sz="1350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81818"/>
                </a:solidFill>
              </a:defRPr>
            </a:pPr>
            <a:r>
              <a:rPr sz="1350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2.5% (4/157)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BFBDA7D-9B19-44E9-B70C-A1C391C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91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1818"/>
                </a:solidFill>
              </a:defRPr>
            </a:defPPr>
            <a:lvl1pPr algn="l">
              <a:defRPr sz="1425" b="0">
                <a:solidFill>
                  <a:srgbClr val="181818"/>
                </a:solidFill>
              </a:defRPr>
            </a:lvl1pPr>
            <a:lvl2pPr algn="l">
              <a:defRPr sz="1425" b="0">
                <a:solidFill>
                  <a:srgbClr val="181818"/>
                </a:solidFill>
              </a:defRPr>
            </a:lvl2pPr>
            <a:lvl3pPr algn="l">
              <a:defRPr sz="1425" b="0">
                <a:solidFill>
                  <a:srgbClr val="181818"/>
                </a:solidFill>
              </a:defRPr>
            </a:lvl3pPr>
            <a:lvl4pPr algn="l">
              <a:defRPr sz="1425" b="0">
                <a:solidFill>
                  <a:srgbClr val="181818"/>
                </a:solidFill>
              </a:defRPr>
            </a:lvl4pPr>
            <a:lvl5pPr algn="l">
              <a:defRPr sz="1425" b="0">
                <a:solidFill>
                  <a:srgbClr val="181818"/>
                </a:solidFill>
              </a:defRPr>
            </a:lvl5pPr>
            <a:lvl6pPr algn="l">
              <a:defRPr sz="1425" b="0">
                <a:solidFill>
                  <a:srgbClr val="181818"/>
                </a:solidFill>
              </a:defRPr>
            </a:lvl6pPr>
            <a:lvl7pPr algn="l">
              <a:defRPr sz="1425" b="0">
                <a:solidFill>
                  <a:srgbClr val="181818"/>
                </a:solidFill>
              </a:defRPr>
            </a:lvl7pPr>
            <a:lvl8pPr algn="l">
              <a:defRPr sz="1425" b="0">
                <a:solidFill>
                  <a:srgbClr val="181818"/>
                </a:solidFill>
              </a:defRPr>
            </a:lvl8pPr>
            <a:lvl9pPr algn="l">
              <a:defRPr sz="142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8"/>
                </a:solidFill>
              </a:defRPr>
            </a:pPr>
            <a:r>
              <a:rPr sz="142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FEV1/FVC × GTEx lung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4A5A562-DD16-4807-A669-3945F6F7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906000"/>
            <a:ext cx="262376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2FE8441A-1529-4171-BA7A-1B8E0CD4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229850"/>
            <a:ext cx="130590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60AABD9-9358-4E93-B074-6434CE81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461" y="9886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81818"/>
                </a:solidFill>
              </a:defRPr>
            </a:defPPr>
            <a:lvl1pPr algn="l">
              <a:defRPr sz="1350" b="0">
                <a:solidFill>
                  <a:srgbClr val="181818"/>
                </a:solidFill>
              </a:defRPr>
            </a:lvl1pPr>
            <a:lvl2pPr algn="l">
              <a:defRPr sz="1350" b="0">
                <a:solidFill>
                  <a:srgbClr val="181818"/>
                </a:solidFill>
              </a:defRPr>
            </a:lvl2pPr>
            <a:lvl3pPr algn="l">
              <a:defRPr sz="1350" b="0">
                <a:solidFill>
                  <a:srgbClr val="181818"/>
                </a:solidFill>
              </a:defRPr>
            </a:lvl3pPr>
            <a:lvl4pPr algn="l">
              <a:defRPr sz="1350" b="0">
                <a:solidFill>
                  <a:srgbClr val="181818"/>
                </a:solidFill>
              </a:defRPr>
            </a:lvl4pPr>
            <a:lvl5pPr algn="l">
              <a:defRPr sz="1350" b="0">
                <a:solidFill>
                  <a:srgbClr val="181818"/>
                </a:solidFill>
              </a:defRPr>
            </a:lvl5pPr>
            <a:lvl6pPr algn="l">
              <a:defRPr sz="1350" b="0">
                <a:solidFill>
                  <a:srgbClr val="181818"/>
                </a:solidFill>
              </a:defRPr>
            </a:lvl6pPr>
            <a:lvl7pPr algn="l">
              <a:defRPr sz="1350" b="0">
                <a:solidFill>
                  <a:srgbClr val="181818"/>
                </a:solidFill>
              </a:defRPr>
            </a:lvl7pPr>
            <a:lvl8pPr algn="l">
              <a:defRPr sz="1350" b="0">
                <a:solidFill>
                  <a:srgbClr val="181818"/>
                </a:solidFill>
              </a:defRPr>
            </a:lvl8pPr>
            <a:lvl9pPr algn="l">
              <a:defRPr sz="1350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81818"/>
                </a:solidFill>
              </a:defRPr>
            </a:pPr>
            <a:r>
              <a:rPr sz="1350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6.3% (9/142)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5A5F4BB-D364-47D4-9568-8E6449D3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603" y="10210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81818"/>
                </a:solidFill>
              </a:defRPr>
            </a:defPPr>
            <a:lvl1pPr algn="l">
              <a:defRPr sz="1350" b="0">
                <a:solidFill>
                  <a:srgbClr val="181818"/>
                </a:solidFill>
              </a:defRPr>
            </a:lvl1pPr>
            <a:lvl2pPr algn="l">
              <a:defRPr sz="1350" b="0">
                <a:solidFill>
                  <a:srgbClr val="181818"/>
                </a:solidFill>
              </a:defRPr>
            </a:lvl2pPr>
            <a:lvl3pPr algn="l">
              <a:defRPr sz="1350" b="0">
                <a:solidFill>
                  <a:srgbClr val="181818"/>
                </a:solidFill>
              </a:defRPr>
            </a:lvl3pPr>
            <a:lvl4pPr algn="l">
              <a:defRPr sz="1350" b="0">
                <a:solidFill>
                  <a:srgbClr val="181818"/>
                </a:solidFill>
              </a:defRPr>
            </a:lvl4pPr>
            <a:lvl5pPr algn="l">
              <a:defRPr sz="1350" b="0">
                <a:solidFill>
                  <a:srgbClr val="181818"/>
                </a:solidFill>
              </a:defRPr>
            </a:lvl5pPr>
            <a:lvl6pPr algn="l">
              <a:defRPr sz="1350" b="0">
                <a:solidFill>
                  <a:srgbClr val="181818"/>
                </a:solidFill>
              </a:defRPr>
            </a:lvl6pPr>
            <a:lvl7pPr algn="l">
              <a:defRPr sz="1350" b="0">
                <a:solidFill>
                  <a:srgbClr val="181818"/>
                </a:solidFill>
              </a:defRPr>
            </a:lvl7pPr>
            <a:lvl8pPr algn="l">
              <a:defRPr sz="1350" b="0">
                <a:solidFill>
                  <a:srgbClr val="181818"/>
                </a:solidFill>
              </a:defRPr>
            </a:lvl8pPr>
            <a:lvl9pPr algn="l">
              <a:defRPr sz="1350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81818"/>
                </a:solidFill>
              </a:defRPr>
            </a:pPr>
            <a:r>
              <a:rPr sz="1350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3.2% (20/634)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4C2FD70-ED57-4B31-BC8F-648745A8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62975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AFB69AB-9D9F-4C01-9921-187064D5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8572500"/>
            <a:ext cx="190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54B2655-2824-4483-87F8-D17C39CE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610850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2E6A958-F3E8-4EBE-9FAE-78AC1088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8572500"/>
            <a:ext cx="190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2E28AC3-9A44-4B8A-B5B7-9FB10A09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2488" y="8505825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BED099B-B639-4FDC-9301-F66E92E2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105156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539B443-8322-49F2-A4D8-40466D7D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34" y="8505825"/>
            <a:ext cx="190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900290D-916F-4B2E-9B80-A2E07ED7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5084" y="105156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5E04DCF-63C6-41B6-BBD7-CB255629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506" y="8505825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B60C25F-05EB-4FB6-8D95-50611DC7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094" y="105156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F344A7AB-B67E-4314-B018-7449B9F2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162" y="8505825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C6C1BF8-AF77-4296-B81E-3600C5B4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2750" y="105156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84A76DD-1D68-4C78-BE6A-78B1EC04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0172" y="8505825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C0C9253-BCEF-4A00-A5CC-1E30A2B8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759" y="105156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A840A0E-B48D-44C0-9E7D-27D8899E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2488" y="8505825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B2EBC41-E79C-489F-9CEC-0009E750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75" y="105156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6AD8F01-5D91-40E4-AD58-D1B23777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6975" y="8901113"/>
            <a:ext cx="264354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4CC40F82-CB5C-4599-94B4-47930361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450" y="8829675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A474689-E485-4BC3-AEEF-F919B7EB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0994" y="8829675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CF4171D-444C-46A9-B7DA-50563627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2096" y="883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AD09CA6-A8F1-4A9C-937E-9AAA7B4D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553450"/>
            <a:ext cx="3000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1818"/>
                </a:solidFill>
              </a:defRPr>
            </a:defPPr>
            <a:lvl1pPr algn="l">
              <a:defRPr sz="1350" b="1">
                <a:solidFill>
                  <a:srgbClr val="181818"/>
                </a:solidFill>
              </a:defRPr>
            </a:lvl1pPr>
            <a:lvl2pPr algn="l">
              <a:defRPr sz="1350" b="1">
                <a:solidFill>
                  <a:srgbClr val="181818"/>
                </a:solidFill>
              </a:defRPr>
            </a:lvl2pPr>
            <a:lvl3pPr algn="l">
              <a:defRPr sz="1350" b="1">
                <a:solidFill>
                  <a:srgbClr val="181818"/>
                </a:solidFill>
              </a:defRPr>
            </a:lvl3pPr>
            <a:lvl4pPr algn="l">
              <a:defRPr sz="1350" b="1">
                <a:solidFill>
                  <a:srgbClr val="181818"/>
                </a:solidFill>
              </a:defRPr>
            </a:lvl4pPr>
            <a:lvl5pPr algn="l">
              <a:defRPr sz="1350" b="1">
                <a:solidFill>
                  <a:srgbClr val="181818"/>
                </a:solidFill>
              </a:defRPr>
            </a:lvl5pPr>
            <a:lvl6pPr algn="l">
              <a:defRPr sz="1350" b="1">
                <a:solidFill>
                  <a:srgbClr val="181818"/>
                </a:solidFill>
              </a:defRPr>
            </a:lvl6pPr>
            <a:lvl7pPr algn="l">
              <a:defRPr sz="1350" b="1">
                <a:solidFill>
                  <a:srgbClr val="181818"/>
                </a:solidFill>
              </a:defRPr>
            </a:lvl7pPr>
            <a:lvl8pPr algn="l">
              <a:defRPr sz="1350" b="1">
                <a:solidFill>
                  <a:srgbClr val="181818"/>
                </a:solidFill>
              </a:defRPr>
            </a:lvl8pPr>
            <a:lvl9pPr algn="l">
              <a:defRPr sz="1350" b="1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ICGC COPD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F4F3043-6091-4725-AF26-7E5E4D9C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772525"/>
            <a:ext cx="3000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</a:defRPr>
            </a:defPPr>
            <a:lvl1pPr algn="l">
              <a:defRPr sz="1275" b="0">
                <a:solidFill>
                  <a:srgbClr val="181818"/>
                </a:solidFill>
              </a:defRPr>
            </a:lvl1pPr>
            <a:lvl2pPr algn="l">
              <a:defRPr sz="1275" b="0">
                <a:solidFill>
                  <a:srgbClr val="181818"/>
                </a:solidFill>
              </a:defRPr>
            </a:lvl2pPr>
            <a:lvl3pPr algn="l">
              <a:defRPr sz="1275" b="0">
                <a:solidFill>
                  <a:srgbClr val="181818"/>
                </a:solidFill>
              </a:defRPr>
            </a:lvl3pPr>
            <a:lvl4pPr algn="l">
              <a:defRPr sz="1275" b="0">
                <a:solidFill>
                  <a:srgbClr val="181818"/>
                </a:solidFill>
              </a:defRPr>
            </a:lvl4pPr>
            <a:lvl5pPr algn="l">
              <a:defRPr sz="1275" b="0">
                <a:solidFill>
                  <a:srgbClr val="181818"/>
                </a:solidFill>
              </a:defRPr>
            </a:lvl5pPr>
            <a:lvl6pPr algn="l">
              <a:defRPr sz="1275" b="0">
                <a:solidFill>
                  <a:srgbClr val="181818"/>
                </a:solidFill>
              </a:defRPr>
            </a:lvl6pPr>
            <a:lvl7pPr algn="l">
              <a:defRPr sz="1275" b="0">
                <a:solidFill>
                  <a:srgbClr val="181818"/>
                </a:solidFill>
              </a:defRPr>
            </a:lvl7pPr>
            <a:lvl8pPr algn="l">
              <a:defRPr sz="1275" b="0">
                <a:solidFill>
                  <a:srgbClr val="181818"/>
                </a:solidFill>
              </a:defRPr>
            </a:lvl8pPr>
            <a:lvl9pPr algn="l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OR 4.78 [1.27, 21.81]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B449110-C977-4479-8340-7EB3750A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99160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5555"/>
                </a:solidFill>
              </a:defRPr>
            </a:defPPr>
            <a:lvl1pPr algn="l">
              <a:defRPr sz="1200" b="0">
                <a:solidFill>
                  <a:srgbClr val="555555"/>
                </a:solidFill>
              </a:defRPr>
            </a:lvl1pPr>
            <a:lvl2pPr algn="l">
              <a:defRPr sz="1200" b="0">
                <a:solidFill>
                  <a:srgbClr val="555555"/>
                </a:solidFill>
              </a:defRPr>
            </a:lvl2pPr>
            <a:lvl3pPr algn="l">
              <a:defRPr sz="1200" b="0">
                <a:solidFill>
                  <a:srgbClr val="555555"/>
                </a:solidFill>
              </a:defRPr>
            </a:lvl3pPr>
            <a:lvl4pPr algn="l">
              <a:defRPr sz="1200" b="0">
                <a:solidFill>
                  <a:srgbClr val="555555"/>
                </a:solidFill>
              </a:defRPr>
            </a:lvl4pPr>
            <a:lvl5pPr algn="l">
              <a:defRPr sz="1200" b="0">
                <a:solidFill>
                  <a:srgbClr val="555555"/>
                </a:solidFill>
              </a:defRPr>
            </a:lvl5pPr>
            <a:lvl6pPr algn="l">
              <a:defRPr sz="1200" b="0">
                <a:solidFill>
                  <a:srgbClr val="555555"/>
                </a:solidFill>
              </a:defRPr>
            </a:lvl6pPr>
            <a:lvl7pPr algn="l">
              <a:defRPr sz="1200" b="0">
                <a:solidFill>
                  <a:srgbClr val="555555"/>
                </a:solidFill>
              </a:defRPr>
            </a:lvl7pPr>
            <a:lvl8pPr algn="l">
              <a:defRPr sz="1200" b="0">
                <a:solidFill>
                  <a:srgbClr val="555555"/>
                </a:solidFill>
              </a:defRPr>
            </a:lvl8pPr>
            <a:lvl9pPr algn="l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P(event)=0.0085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977E514-B599-430A-92AF-BF32C33B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920115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5555"/>
                </a:solidFill>
              </a:defRPr>
            </a:defPPr>
            <a:lvl1pPr algn="l">
              <a:defRPr sz="1200" b="0">
                <a:solidFill>
                  <a:srgbClr val="555555"/>
                </a:solidFill>
              </a:defRPr>
            </a:lvl1pPr>
            <a:lvl2pPr algn="l">
              <a:defRPr sz="1200" b="0">
                <a:solidFill>
                  <a:srgbClr val="555555"/>
                </a:solidFill>
              </a:defRPr>
            </a:lvl2pPr>
            <a:lvl3pPr algn="l">
              <a:defRPr sz="1200" b="0">
                <a:solidFill>
                  <a:srgbClr val="555555"/>
                </a:solidFill>
              </a:defRPr>
            </a:lvl3pPr>
            <a:lvl4pPr algn="l">
              <a:defRPr sz="1200" b="0">
                <a:solidFill>
                  <a:srgbClr val="555555"/>
                </a:solidFill>
              </a:defRPr>
            </a:lvl4pPr>
            <a:lvl5pPr algn="l">
              <a:defRPr sz="1200" b="0">
                <a:solidFill>
                  <a:srgbClr val="555555"/>
                </a:solidFill>
              </a:defRPr>
            </a:lvl5pPr>
            <a:lvl6pPr algn="l">
              <a:defRPr sz="1200" b="0">
                <a:solidFill>
                  <a:srgbClr val="555555"/>
                </a:solidFill>
              </a:defRPr>
            </a:lvl6pPr>
            <a:lvl7pPr algn="l">
              <a:defRPr sz="1200" b="0">
                <a:solidFill>
                  <a:srgbClr val="555555"/>
                </a:solidFill>
              </a:defRPr>
            </a:lvl7pPr>
            <a:lvl8pPr algn="l">
              <a:defRPr sz="1200" b="0">
                <a:solidFill>
                  <a:srgbClr val="555555"/>
                </a:solidFill>
              </a:defRPr>
            </a:lvl8pPr>
            <a:lvl9pPr algn="l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P(region)=0.341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F00E99B-D611-4FE7-8493-F14126DF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9708" y="10034588"/>
            <a:ext cx="167069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136E0DD9-287B-4632-A414-3468C921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0183" y="99631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CF6CBCFB-2991-43D2-B923-52A88B2A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880" y="99631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E17736B-EA55-4056-97EA-A5339772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6421" y="9972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393831B-1D42-4FA0-B970-F7307BD4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9686925"/>
            <a:ext cx="3000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1818"/>
                </a:solidFill>
              </a:defRPr>
            </a:defPPr>
            <a:lvl1pPr algn="l">
              <a:defRPr sz="1350" b="1">
                <a:solidFill>
                  <a:srgbClr val="181818"/>
                </a:solidFill>
              </a:defRPr>
            </a:lvl1pPr>
            <a:lvl2pPr algn="l">
              <a:defRPr sz="1350" b="1">
                <a:solidFill>
                  <a:srgbClr val="181818"/>
                </a:solidFill>
              </a:defRPr>
            </a:lvl2pPr>
            <a:lvl3pPr algn="l">
              <a:defRPr sz="1350" b="1">
                <a:solidFill>
                  <a:srgbClr val="181818"/>
                </a:solidFill>
              </a:defRPr>
            </a:lvl3pPr>
            <a:lvl4pPr algn="l">
              <a:defRPr sz="1350" b="1">
                <a:solidFill>
                  <a:srgbClr val="181818"/>
                </a:solidFill>
              </a:defRPr>
            </a:lvl4pPr>
            <a:lvl5pPr algn="l">
              <a:defRPr sz="1350" b="1">
                <a:solidFill>
                  <a:srgbClr val="181818"/>
                </a:solidFill>
              </a:defRPr>
            </a:lvl5pPr>
            <a:lvl6pPr algn="l">
              <a:defRPr sz="1350" b="1">
                <a:solidFill>
                  <a:srgbClr val="181818"/>
                </a:solidFill>
              </a:defRPr>
            </a:lvl6pPr>
            <a:lvl7pPr algn="l">
              <a:defRPr sz="1350" b="1">
                <a:solidFill>
                  <a:srgbClr val="181818"/>
                </a:solidFill>
              </a:defRPr>
            </a:lvl7pPr>
            <a:lvl8pPr algn="l">
              <a:defRPr sz="1350" b="1">
                <a:solidFill>
                  <a:srgbClr val="181818"/>
                </a:solidFill>
              </a:defRPr>
            </a:lvl8pPr>
            <a:lvl9pPr algn="l">
              <a:defRPr sz="1350" b="1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FEV1/FVC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7CA1DBA8-266B-423D-BB0C-EF663953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9906000"/>
            <a:ext cx="3000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</a:defRPr>
            </a:defPPr>
            <a:lvl1pPr algn="l">
              <a:defRPr sz="1275" b="0">
                <a:solidFill>
                  <a:srgbClr val="181818"/>
                </a:solidFill>
              </a:defRPr>
            </a:lvl1pPr>
            <a:lvl2pPr algn="l">
              <a:defRPr sz="1275" b="0">
                <a:solidFill>
                  <a:srgbClr val="181818"/>
                </a:solidFill>
              </a:defRPr>
            </a:lvl2pPr>
            <a:lvl3pPr algn="l">
              <a:defRPr sz="1275" b="0">
                <a:solidFill>
                  <a:srgbClr val="181818"/>
                </a:solidFill>
              </a:defRPr>
            </a:lvl3pPr>
            <a:lvl4pPr algn="l">
              <a:defRPr sz="1275" b="0">
                <a:solidFill>
                  <a:srgbClr val="181818"/>
                </a:solidFill>
              </a:defRPr>
            </a:lvl4pPr>
            <a:lvl5pPr algn="l">
              <a:defRPr sz="1275" b="0">
                <a:solidFill>
                  <a:srgbClr val="181818"/>
                </a:solidFill>
              </a:defRPr>
            </a:lvl5pPr>
            <a:lvl6pPr algn="l">
              <a:defRPr sz="1275" b="0">
                <a:solidFill>
                  <a:srgbClr val="181818"/>
                </a:solidFill>
              </a:defRPr>
            </a:lvl6pPr>
            <a:lvl7pPr algn="l">
              <a:defRPr sz="1275" b="0">
                <a:solidFill>
                  <a:srgbClr val="181818"/>
                </a:solidFill>
              </a:defRPr>
            </a:lvl7pPr>
            <a:lvl8pPr algn="l">
              <a:defRPr sz="1275" b="0">
                <a:solidFill>
                  <a:srgbClr val="181818"/>
                </a:solidFill>
              </a:defRPr>
            </a:lvl8pPr>
            <a:lvl9pPr algn="l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OR 2.08 [0.81, 4.90]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7C075B0-C5AE-4C6D-9DFE-050A2148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01250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5555"/>
                </a:solidFill>
              </a:defRPr>
            </a:defPPr>
            <a:lvl1pPr algn="l">
              <a:defRPr sz="1200" b="0">
                <a:solidFill>
                  <a:srgbClr val="555555"/>
                </a:solidFill>
              </a:defRPr>
            </a:lvl1pPr>
            <a:lvl2pPr algn="l">
              <a:defRPr sz="1200" b="0">
                <a:solidFill>
                  <a:srgbClr val="555555"/>
                </a:solidFill>
              </a:defRPr>
            </a:lvl2pPr>
            <a:lvl3pPr algn="l">
              <a:defRPr sz="1200" b="0">
                <a:solidFill>
                  <a:srgbClr val="555555"/>
                </a:solidFill>
              </a:defRPr>
            </a:lvl3pPr>
            <a:lvl4pPr algn="l">
              <a:defRPr sz="1200" b="0">
                <a:solidFill>
                  <a:srgbClr val="555555"/>
                </a:solidFill>
              </a:defRPr>
            </a:lvl4pPr>
            <a:lvl5pPr algn="l">
              <a:defRPr sz="1200" b="0">
                <a:solidFill>
                  <a:srgbClr val="555555"/>
                </a:solidFill>
              </a:defRPr>
            </a:lvl5pPr>
            <a:lvl6pPr algn="l">
              <a:defRPr sz="1200" b="0">
                <a:solidFill>
                  <a:srgbClr val="555555"/>
                </a:solidFill>
              </a:defRPr>
            </a:lvl6pPr>
            <a:lvl7pPr algn="l">
              <a:defRPr sz="1200" b="0">
                <a:solidFill>
                  <a:srgbClr val="555555"/>
                </a:solidFill>
              </a:defRPr>
            </a:lvl7pPr>
            <a:lvl8pPr algn="l">
              <a:defRPr sz="1200" b="0">
                <a:solidFill>
                  <a:srgbClr val="555555"/>
                </a:solidFill>
              </a:defRPr>
            </a:lvl8pPr>
            <a:lvl9pPr algn="l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P(event)=0.065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4ABFCBC-8677-47EB-BCFE-1EC90F9B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03346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5555"/>
                </a:solidFill>
              </a:defRPr>
            </a:defPPr>
            <a:lvl1pPr algn="l">
              <a:defRPr sz="1200" b="0">
                <a:solidFill>
                  <a:srgbClr val="555555"/>
                </a:solidFill>
              </a:defRPr>
            </a:lvl1pPr>
            <a:lvl2pPr algn="l">
              <a:defRPr sz="1200" b="0">
                <a:solidFill>
                  <a:srgbClr val="555555"/>
                </a:solidFill>
              </a:defRPr>
            </a:lvl2pPr>
            <a:lvl3pPr algn="l">
              <a:defRPr sz="1200" b="0">
                <a:solidFill>
                  <a:srgbClr val="555555"/>
                </a:solidFill>
              </a:defRPr>
            </a:lvl3pPr>
            <a:lvl4pPr algn="l">
              <a:defRPr sz="1200" b="0">
                <a:solidFill>
                  <a:srgbClr val="555555"/>
                </a:solidFill>
              </a:defRPr>
            </a:lvl4pPr>
            <a:lvl5pPr algn="l">
              <a:defRPr sz="1200" b="0">
                <a:solidFill>
                  <a:srgbClr val="555555"/>
                </a:solidFill>
              </a:defRPr>
            </a:lvl5pPr>
            <a:lvl6pPr algn="l">
              <a:defRPr sz="1200" b="0">
                <a:solidFill>
                  <a:srgbClr val="555555"/>
                </a:solidFill>
              </a:defRPr>
            </a:lvl6pPr>
            <a:lvl7pPr algn="l">
              <a:defRPr sz="1200" b="0">
                <a:solidFill>
                  <a:srgbClr val="555555"/>
                </a:solidFill>
              </a:defRPr>
            </a:lvl7pPr>
            <a:lvl8pPr algn="l">
              <a:defRPr sz="1200" b="0">
                <a:solidFill>
                  <a:srgbClr val="555555"/>
                </a:solidFill>
              </a:defRPr>
            </a:lvl8pPr>
            <a:lvl9pPr algn="l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P(region)=0.265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BD32EBF-F39E-4E2C-9C3B-7AE89108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4963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8D2EBDE-D046-44B1-A721-99D4E7C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7725" y="8505825"/>
            <a:ext cx="190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CC44B78-7D81-42B4-BBD9-D058004E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042035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D93D01B-C188-4BAD-8719-3E3AAE4B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8505825"/>
            <a:ext cx="190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0189259-A01A-4A48-9726-FF5D035F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0763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55555"/>
                </a:solidFill>
              </a:defRPr>
            </a:defPPr>
            <a:lvl1pPr algn="ctr">
              <a:defRPr sz="1350" b="0">
                <a:solidFill>
                  <a:srgbClr val="555555"/>
                </a:solidFill>
              </a:defRPr>
            </a:lvl1pPr>
            <a:lvl2pPr algn="ctr">
              <a:defRPr sz="1350" b="0">
                <a:solidFill>
                  <a:srgbClr val="555555"/>
                </a:solidFill>
              </a:defRPr>
            </a:lvl2pPr>
            <a:lvl3pPr algn="ctr">
              <a:defRPr sz="1350" b="0">
                <a:solidFill>
                  <a:srgbClr val="555555"/>
                </a:solidFill>
              </a:defRPr>
            </a:lvl3pPr>
            <a:lvl4pPr algn="ctr">
              <a:defRPr sz="1350" b="0">
                <a:solidFill>
                  <a:srgbClr val="555555"/>
                </a:solidFill>
              </a:defRPr>
            </a:lvl4pPr>
            <a:lvl5pPr algn="ctr">
              <a:defRPr sz="1350" b="0">
                <a:solidFill>
                  <a:srgbClr val="555555"/>
                </a:solidFill>
              </a:defRPr>
            </a:lvl5pPr>
            <a:lvl6pPr algn="ctr">
              <a:defRPr sz="1350" b="0">
                <a:solidFill>
                  <a:srgbClr val="555555"/>
                </a:solidFill>
              </a:defRPr>
            </a:lvl6pPr>
            <a:lvl7pPr algn="ctr">
              <a:defRPr sz="1350" b="0">
                <a:solidFill>
                  <a:srgbClr val="555555"/>
                </a:solidFill>
              </a:defRPr>
            </a:lvl7pPr>
            <a:lvl8pPr algn="ctr">
              <a:defRPr sz="1350" b="0">
                <a:solidFill>
                  <a:srgbClr val="555555"/>
                </a:solidFill>
              </a:defRPr>
            </a:lvl8pPr>
            <a:lvl9pPr algn="ctr">
              <a:defRPr sz="135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Odds ratio (log scale)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9C844FAB-318F-4BAB-B51F-E9D688EF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44250"/>
            <a:ext cx="1581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8F5B3BB2-CF44-41C1-97C2-9A1D8FE1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77600"/>
            <a:ext cx="1592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55555"/>
                </a:solidFill>
              </a:defRPr>
            </a:defPPr>
            <a:lvl1pPr algn="l">
              <a:defRPr sz="1350" b="0">
                <a:solidFill>
                  <a:srgbClr val="555555"/>
                </a:solidFill>
              </a:defRPr>
            </a:lvl1pPr>
            <a:lvl2pPr algn="l">
              <a:defRPr sz="1350" b="0">
                <a:solidFill>
                  <a:srgbClr val="555555"/>
                </a:solidFill>
              </a:defRPr>
            </a:lvl2pPr>
            <a:lvl3pPr algn="l">
              <a:defRPr sz="1350" b="0">
                <a:solidFill>
                  <a:srgbClr val="555555"/>
                </a:solidFill>
              </a:defRPr>
            </a:lvl3pPr>
            <a:lvl4pPr algn="l">
              <a:defRPr sz="1350" b="0">
                <a:solidFill>
                  <a:srgbClr val="555555"/>
                </a:solidFill>
              </a:defRPr>
            </a:lvl4pPr>
            <a:lvl5pPr algn="l">
              <a:defRPr sz="1350" b="0">
                <a:solidFill>
                  <a:srgbClr val="555555"/>
                </a:solidFill>
              </a:defRPr>
            </a:lvl5pPr>
            <a:lvl6pPr algn="l">
              <a:defRPr sz="1350" b="0">
                <a:solidFill>
                  <a:srgbClr val="555555"/>
                </a:solidFill>
              </a:defRPr>
            </a:lvl6pPr>
            <a:lvl7pPr algn="l">
              <a:defRPr sz="1350" b="0">
                <a:solidFill>
                  <a:srgbClr val="555555"/>
                </a:solidFill>
              </a:defRPr>
            </a:lvl7pPr>
            <a:lvl8pPr algn="l">
              <a:defRPr sz="1350" b="0">
                <a:solidFill>
                  <a:srgbClr val="555555"/>
                </a:solidFill>
              </a:defRPr>
            </a:lvl8pPr>
            <a:lvl9pPr algn="l">
              <a:defRPr sz="135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A–B rank the sQTL common set; C–D condition on the global MAGMA top 2%. Outcome: posterior &gt; 0.9 in GWAS-significant windows.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48AF3E50-CD1E-4C81-A23A-A1FB34B2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91925"/>
            <a:ext cx="1592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55555"/>
                </a:solidFill>
              </a:defRPr>
            </a:defPPr>
            <a:lvl1pPr algn="l">
              <a:defRPr sz="1350" b="0">
                <a:solidFill>
                  <a:srgbClr val="555555"/>
                </a:solidFill>
              </a:defRPr>
            </a:lvl1pPr>
            <a:lvl2pPr algn="l">
              <a:defRPr sz="1350" b="0">
                <a:solidFill>
                  <a:srgbClr val="555555"/>
                </a:solidFill>
              </a:defRPr>
            </a:lvl2pPr>
            <a:lvl3pPr algn="l">
              <a:defRPr sz="1350" b="0">
                <a:solidFill>
                  <a:srgbClr val="555555"/>
                </a:solidFill>
              </a:defRPr>
            </a:lvl3pPr>
            <a:lvl4pPr algn="l">
              <a:defRPr sz="1350" b="0">
                <a:solidFill>
                  <a:srgbClr val="555555"/>
                </a:solidFill>
              </a:defRPr>
            </a:lvl4pPr>
            <a:lvl5pPr algn="l">
              <a:defRPr sz="1350" b="0">
                <a:solidFill>
                  <a:srgbClr val="555555"/>
                </a:solidFill>
              </a:defRPr>
            </a:lvl5pPr>
            <a:lvl6pPr algn="l">
              <a:defRPr sz="1350" b="0">
                <a:solidFill>
                  <a:srgbClr val="555555"/>
                </a:solidFill>
              </a:defRPr>
            </a:lvl6pPr>
            <a:lvl7pPr algn="l">
              <a:defRPr sz="1350" b="0">
                <a:solidFill>
                  <a:srgbClr val="555555"/>
                </a:solidFill>
              </a:defRPr>
            </a:lvl7pPr>
            <a:lvl8pPr algn="l">
              <a:defRPr sz="1350" b="0">
                <a:solidFill>
                  <a:srgbClr val="555555"/>
                </a:solidFill>
              </a:defRPr>
            </a:lvl8pPr>
            <a:lvl9pPr algn="l">
              <a:defRPr sz="135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The rank curves use the full-data fitted score. P in A–B tests curve area by region; P(event) and P(region) in D test conditional hit enrichment.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0FBE9165-CE42-47B1-8D23-BF4D9495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58650"/>
            <a:ext cx="1581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7112C2C1-F883-41AA-9FD0-65EC6B0F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201525"/>
            <a:ext cx="7715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1818"/>
                </a:solidFill>
              </a:defRPr>
            </a:defPPr>
            <a:lvl1pPr algn="l">
              <a:defRPr sz="2025" b="1">
                <a:solidFill>
                  <a:srgbClr val="181818"/>
                </a:solidFill>
              </a:defRPr>
            </a:lvl1pPr>
            <a:lvl2pPr algn="l">
              <a:defRPr sz="2025" b="1">
                <a:solidFill>
                  <a:srgbClr val="181818"/>
                </a:solidFill>
              </a:defRPr>
            </a:lvl2pPr>
            <a:lvl3pPr algn="l">
              <a:defRPr sz="2025" b="1">
                <a:solidFill>
                  <a:srgbClr val="181818"/>
                </a:solidFill>
              </a:defRPr>
            </a:lvl3pPr>
            <a:lvl4pPr algn="l">
              <a:defRPr sz="2025" b="1">
                <a:solidFill>
                  <a:srgbClr val="181818"/>
                </a:solidFill>
              </a:defRPr>
            </a:lvl4pPr>
            <a:lvl5pPr algn="l">
              <a:defRPr sz="2025" b="1">
                <a:solidFill>
                  <a:srgbClr val="181818"/>
                </a:solidFill>
              </a:defRPr>
            </a:lvl5pPr>
            <a:lvl6pPr algn="l">
              <a:defRPr sz="2025" b="1">
                <a:solidFill>
                  <a:srgbClr val="181818"/>
                </a:solidFill>
              </a:defRPr>
            </a:lvl6pPr>
            <a:lvl7pPr algn="l">
              <a:defRPr sz="2025" b="1">
                <a:solidFill>
                  <a:srgbClr val="181818"/>
                </a:solidFill>
              </a:defRPr>
            </a:lvl7pPr>
            <a:lvl8pPr algn="l">
              <a:defRPr sz="2025" b="1">
                <a:solidFill>
                  <a:srgbClr val="181818"/>
                </a:solidFill>
              </a:defRPr>
            </a:lvl8pPr>
            <a:lvl9pPr algn="l">
              <a:defRPr sz="2025" b="1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1818"/>
                </a:solidFill>
              </a:defRPr>
            </a:pPr>
            <a:r>
              <a:rPr sz="2025" b="1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E   LOCO AUPRC relative to random ranking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427D3AE-6C80-47E0-8BD7-7FB64C0F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2201525"/>
            <a:ext cx="781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1818"/>
                </a:solidFill>
              </a:defRPr>
            </a:defPPr>
            <a:lvl1pPr algn="l">
              <a:defRPr sz="2025" b="1">
                <a:solidFill>
                  <a:srgbClr val="181818"/>
                </a:solidFill>
              </a:defRPr>
            </a:lvl1pPr>
            <a:lvl2pPr algn="l">
              <a:defRPr sz="2025" b="1">
                <a:solidFill>
                  <a:srgbClr val="181818"/>
                </a:solidFill>
              </a:defRPr>
            </a:lvl2pPr>
            <a:lvl3pPr algn="l">
              <a:defRPr sz="2025" b="1">
                <a:solidFill>
                  <a:srgbClr val="181818"/>
                </a:solidFill>
              </a:defRPr>
            </a:lvl3pPr>
            <a:lvl4pPr algn="l">
              <a:defRPr sz="2025" b="1">
                <a:solidFill>
                  <a:srgbClr val="181818"/>
                </a:solidFill>
              </a:defRPr>
            </a:lvl4pPr>
            <a:lvl5pPr algn="l">
              <a:defRPr sz="2025" b="1">
                <a:solidFill>
                  <a:srgbClr val="181818"/>
                </a:solidFill>
              </a:defRPr>
            </a:lvl5pPr>
            <a:lvl6pPr algn="l">
              <a:defRPr sz="2025" b="1">
                <a:solidFill>
                  <a:srgbClr val="181818"/>
                </a:solidFill>
              </a:defRPr>
            </a:lvl6pPr>
            <a:lvl7pPr algn="l">
              <a:defRPr sz="2025" b="1">
                <a:solidFill>
                  <a:srgbClr val="181818"/>
                </a:solidFill>
              </a:defRPr>
            </a:lvl7pPr>
            <a:lvl8pPr algn="l">
              <a:defRPr sz="2025" b="1">
                <a:solidFill>
                  <a:srgbClr val="181818"/>
                </a:solidFill>
              </a:defRPr>
            </a:lvl8pPr>
            <a:lvl9pPr algn="l">
              <a:defRPr sz="2025" b="1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1818"/>
                </a:solidFill>
              </a:defRPr>
            </a:pPr>
            <a:r>
              <a:rPr sz="2025" b="1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F   Feature-only sensitivity among the top 10%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4B01E9F9-EBA9-4101-9DE6-2B1EC616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0"/>
            <a:ext cx="800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55555"/>
                </a:solidFill>
              </a:defRPr>
            </a:defPPr>
            <a:lvl1pPr algn="l">
              <a:defRPr sz="1350" b="0">
                <a:solidFill>
                  <a:srgbClr val="555555"/>
                </a:solidFill>
              </a:defRPr>
            </a:lvl1pPr>
            <a:lvl2pPr algn="l">
              <a:defRPr sz="1350" b="0">
                <a:solidFill>
                  <a:srgbClr val="555555"/>
                </a:solidFill>
              </a:defRPr>
            </a:lvl2pPr>
            <a:lvl3pPr algn="l">
              <a:defRPr sz="1350" b="0">
                <a:solidFill>
                  <a:srgbClr val="555555"/>
                </a:solidFill>
              </a:defRPr>
            </a:lvl3pPr>
            <a:lvl4pPr algn="l">
              <a:defRPr sz="1350" b="0">
                <a:solidFill>
                  <a:srgbClr val="555555"/>
                </a:solidFill>
              </a:defRPr>
            </a:lvl4pPr>
            <a:lvl5pPr algn="l">
              <a:defRPr sz="1350" b="0">
                <a:solidFill>
                  <a:srgbClr val="555555"/>
                </a:solidFill>
              </a:defRPr>
            </a:lvl5pPr>
            <a:lvl6pPr algn="l">
              <a:defRPr sz="1350" b="0">
                <a:solidFill>
                  <a:srgbClr val="555555"/>
                </a:solidFill>
              </a:defRPr>
            </a:lvl6pPr>
            <a:lvl7pPr algn="l">
              <a:defRPr sz="1350" b="0">
                <a:solidFill>
                  <a:srgbClr val="555555"/>
                </a:solidFill>
              </a:defRPr>
            </a:lvl7pPr>
            <a:lvl8pPr algn="l">
              <a:defRPr sz="1350" b="0">
                <a:solidFill>
                  <a:srgbClr val="555555"/>
                </a:solidFill>
              </a:defRPr>
            </a:lvl8pPr>
            <a:lvl9pPr algn="l">
              <a:defRPr sz="135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≥3/4 training-chromosome coverage; exploratory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21A35B77-940C-4AA4-BFF4-995D4169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2573000"/>
            <a:ext cx="7772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55555"/>
                </a:solidFill>
              </a:defRPr>
            </a:defPPr>
            <a:lvl1pPr algn="l">
              <a:defRPr sz="1350" b="0">
                <a:solidFill>
                  <a:srgbClr val="555555"/>
                </a:solidFill>
              </a:defRPr>
            </a:lvl1pPr>
            <a:lvl2pPr algn="l">
              <a:defRPr sz="1350" b="0">
                <a:solidFill>
                  <a:srgbClr val="555555"/>
                </a:solidFill>
              </a:defRPr>
            </a:lvl2pPr>
            <a:lvl3pPr algn="l">
              <a:defRPr sz="1350" b="0">
                <a:solidFill>
                  <a:srgbClr val="555555"/>
                </a:solidFill>
              </a:defRPr>
            </a:lvl3pPr>
            <a:lvl4pPr algn="l">
              <a:defRPr sz="1350" b="0">
                <a:solidFill>
                  <a:srgbClr val="555555"/>
                </a:solidFill>
              </a:defRPr>
            </a:lvl4pPr>
            <a:lvl5pPr algn="l">
              <a:defRPr sz="1350" b="0">
                <a:solidFill>
                  <a:srgbClr val="555555"/>
                </a:solidFill>
              </a:defRPr>
            </a:lvl5pPr>
            <a:lvl6pPr algn="l">
              <a:defRPr sz="1350" b="0">
                <a:solidFill>
                  <a:srgbClr val="555555"/>
                </a:solidFill>
              </a:defRPr>
            </a:lvl6pPr>
            <a:lvl7pPr algn="l">
              <a:defRPr sz="1350" b="0">
                <a:solidFill>
                  <a:srgbClr val="555555"/>
                </a:solidFill>
              </a:defRPr>
            </a:lvl7pPr>
            <a:lvl8pPr algn="l">
              <a:defRPr sz="1350" b="0">
                <a:solidFill>
                  <a:srgbClr val="555555"/>
                </a:solidFill>
              </a:defRPr>
            </a:lvl8pPr>
            <a:lvl9pPr algn="l">
              <a:defRPr sz="135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Same LOCO fits, changing MAGMA positive threshold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1ABA0161-B6E0-4450-B612-5CA6F764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278225"/>
            <a:ext cx="6296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1BE8A0AA-15DF-46F5-9BAB-64EAE92E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54400"/>
            <a:ext cx="638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555555"/>
                </a:solidFill>
              </a:defRPr>
            </a:defPPr>
            <a:lvl1pPr algn="r">
              <a:defRPr sz="1275" b="0">
                <a:solidFill>
                  <a:srgbClr val="555555"/>
                </a:solidFill>
              </a:defRPr>
            </a:lvl1pPr>
            <a:lvl2pPr algn="r">
              <a:defRPr sz="1275" b="0">
                <a:solidFill>
                  <a:srgbClr val="555555"/>
                </a:solidFill>
              </a:defRPr>
            </a:lvl2pPr>
            <a:lvl3pPr algn="r">
              <a:defRPr sz="1275" b="0">
                <a:solidFill>
                  <a:srgbClr val="555555"/>
                </a:solidFill>
              </a:defRPr>
            </a:lvl3pPr>
            <a:lvl4pPr algn="r">
              <a:defRPr sz="1275" b="0">
                <a:solidFill>
                  <a:srgbClr val="555555"/>
                </a:solidFill>
              </a:defRPr>
            </a:lvl4pPr>
            <a:lvl5pPr algn="r">
              <a:defRPr sz="1275" b="0">
                <a:solidFill>
                  <a:srgbClr val="555555"/>
                </a:solidFill>
              </a:defRPr>
            </a:lvl5pPr>
            <a:lvl6pPr algn="r">
              <a:defRPr sz="1275" b="0">
                <a:solidFill>
                  <a:srgbClr val="555555"/>
                </a:solidFill>
              </a:defRPr>
            </a:lvl6pPr>
            <a:lvl7pPr algn="r">
              <a:defRPr sz="1275" b="0">
                <a:solidFill>
                  <a:srgbClr val="555555"/>
                </a:solidFill>
              </a:defRPr>
            </a:lvl7pPr>
            <a:lvl8pPr algn="r">
              <a:defRPr sz="1275" b="0">
                <a:solidFill>
                  <a:srgbClr val="555555"/>
                </a:solidFill>
              </a:defRPr>
            </a:lvl8pPr>
            <a:lvl9pPr algn="r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1.0×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7D07500F-9E6A-4AFF-89EC-EB875FB1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439345"/>
            <a:ext cx="6296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12EC1AC-9A74-4982-A6DE-9D5F6E7C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310757"/>
            <a:ext cx="638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555555"/>
                </a:solidFill>
              </a:defRPr>
            </a:defPPr>
            <a:lvl1pPr algn="r">
              <a:defRPr sz="1275" b="0">
                <a:solidFill>
                  <a:srgbClr val="555555"/>
                </a:solidFill>
              </a:defRPr>
            </a:lvl1pPr>
            <a:lvl2pPr algn="r">
              <a:defRPr sz="1275" b="0">
                <a:solidFill>
                  <a:srgbClr val="555555"/>
                </a:solidFill>
              </a:defRPr>
            </a:lvl2pPr>
            <a:lvl3pPr algn="r">
              <a:defRPr sz="1275" b="0">
                <a:solidFill>
                  <a:srgbClr val="555555"/>
                </a:solidFill>
              </a:defRPr>
            </a:lvl3pPr>
            <a:lvl4pPr algn="r">
              <a:defRPr sz="1275" b="0">
                <a:solidFill>
                  <a:srgbClr val="555555"/>
                </a:solidFill>
              </a:defRPr>
            </a:lvl4pPr>
            <a:lvl5pPr algn="r">
              <a:defRPr sz="1275" b="0">
                <a:solidFill>
                  <a:srgbClr val="555555"/>
                </a:solidFill>
              </a:defRPr>
            </a:lvl5pPr>
            <a:lvl6pPr algn="r">
              <a:defRPr sz="1275" b="0">
                <a:solidFill>
                  <a:srgbClr val="555555"/>
                </a:solidFill>
              </a:defRPr>
            </a:lvl6pPr>
            <a:lvl7pPr algn="r">
              <a:defRPr sz="1275" b="0">
                <a:solidFill>
                  <a:srgbClr val="555555"/>
                </a:solidFill>
              </a:defRPr>
            </a:lvl7pPr>
            <a:lvl8pPr algn="r">
              <a:defRPr sz="1275" b="0">
                <a:solidFill>
                  <a:srgbClr val="555555"/>
                </a:solidFill>
              </a:defRPr>
            </a:lvl8pPr>
            <a:lvl9pPr algn="r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1.2×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FAAF8F09-91AE-4750-B483-D52E2BF5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595702"/>
            <a:ext cx="6296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24A3882F-7E2D-4B6D-B99A-236B2275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467114"/>
            <a:ext cx="638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555555"/>
                </a:solidFill>
              </a:defRPr>
            </a:defPPr>
            <a:lvl1pPr algn="r">
              <a:defRPr sz="1275" b="0">
                <a:solidFill>
                  <a:srgbClr val="555555"/>
                </a:solidFill>
              </a:defRPr>
            </a:lvl1pPr>
            <a:lvl2pPr algn="r">
              <a:defRPr sz="1275" b="0">
                <a:solidFill>
                  <a:srgbClr val="555555"/>
                </a:solidFill>
              </a:defRPr>
            </a:lvl2pPr>
            <a:lvl3pPr algn="r">
              <a:defRPr sz="1275" b="0">
                <a:solidFill>
                  <a:srgbClr val="555555"/>
                </a:solidFill>
              </a:defRPr>
            </a:lvl3pPr>
            <a:lvl4pPr algn="r">
              <a:defRPr sz="1275" b="0">
                <a:solidFill>
                  <a:srgbClr val="555555"/>
                </a:solidFill>
              </a:defRPr>
            </a:lvl4pPr>
            <a:lvl5pPr algn="r">
              <a:defRPr sz="1275" b="0">
                <a:solidFill>
                  <a:srgbClr val="555555"/>
                </a:solidFill>
              </a:defRPr>
            </a:lvl5pPr>
            <a:lvl6pPr algn="r">
              <a:defRPr sz="1275" b="0">
                <a:solidFill>
                  <a:srgbClr val="555555"/>
                </a:solidFill>
              </a:defRPr>
            </a:lvl6pPr>
            <a:lvl7pPr algn="r">
              <a:defRPr sz="1275" b="0">
                <a:solidFill>
                  <a:srgbClr val="555555"/>
                </a:solidFill>
              </a:defRPr>
            </a:lvl7pPr>
            <a:lvl8pPr algn="r">
              <a:defRPr sz="1275" b="0">
                <a:solidFill>
                  <a:srgbClr val="555555"/>
                </a:solidFill>
              </a:defRPr>
            </a:lvl8pPr>
            <a:lvl9pPr algn="r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1.4×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D8CEE114-FD22-4516-A474-49EFF971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752059"/>
            <a:ext cx="6296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04AD7C0F-815D-4488-876A-398E0198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3471"/>
            <a:ext cx="638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555555"/>
                </a:solidFill>
              </a:defRPr>
            </a:defPPr>
            <a:lvl1pPr algn="r">
              <a:defRPr sz="1275" b="0">
                <a:solidFill>
                  <a:srgbClr val="555555"/>
                </a:solidFill>
              </a:defRPr>
            </a:lvl1pPr>
            <a:lvl2pPr algn="r">
              <a:defRPr sz="1275" b="0">
                <a:solidFill>
                  <a:srgbClr val="555555"/>
                </a:solidFill>
              </a:defRPr>
            </a:lvl2pPr>
            <a:lvl3pPr algn="r">
              <a:defRPr sz="1275" b="0">
                <a:solidFill>
                  <a:srgbClr val="555555"/>
                </a:solidFill>
              </a:defRPr>
            </a:lvl3pPr>
            <a:lvl4pPr algn="r">
              <a:defRPr sz="1275" b="0">
                <a:solidFill>
                  <a:srgbClr val="555555"/>
                </a:solidFill>
              </a:defRPr>
            </a:lvl4pPr>
            <a:lvl5pPr algn="r">
              <a:defRPr sz="1275" b="0">
                <a:solidFill>
                  <a:srgbClr val="555555"/>
                </a:solidFill>
              </a:defRPr>
            </a:lvl5pPr>
            <a:lvl6pPr algn="r">
              <a:defRPr sz="1275" b="0">
                <a:solidFill>
                  <a:srgbClr val="555555"/>
                </a:solidFill>
              </a:defRPr>
            </a:lvl6pPr>
            <a:lvl7pPr algn="r">
              <a:defRPr sz="1275" b="0">
                <a:solidFill>
                  <a:srgbClr val="555555"/>
                </a:solidFill>
              </a:defRPr>
            </a:lvl7pPr>
            <a:lvl8pPr algn="r">
              <a:defRPr sz="1275" b="0">
                <a:solidFill>
                  <a:srgbClr val="555555"/>
                </a:solidFill>
              </a:defRPr>
            </a:lvl8pPr>
            <a:lvl9pPr algn="r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1.6×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F431B89F-48B9-48FB-8468-2A0355F9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33350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8C6DBD1-CE02-4813-93BB-E9B06457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325475"/>
            <a:ext cx="6296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37BF186-3988-41E1-94B5-2C1CF140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3350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604CF74-C146-491E-A14C-0B24573B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278225"/>
            <a:ext cx="6296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038E13E8-8549-4F25-8014-79B64683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1600" y="15175693"/>
            <a:ext cx="1574006" cy="1197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A404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51B48B9A-AD86-47CB-B357-63D6FA62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45606" y="14414041"/>
            <a:ext cx="1574006" cy="7616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A404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571763A-8155-495C-A83C-7F95E0F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19613" y="13890315"/>
            <a:ext cx="1574006" cy="5237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A404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83E04F38-2531-447B-8E09-4739FD95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3619" y="13890315"/>
            <a:ext cx="1574006" cy="2545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A404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32C6D63-C19D-4405-890C-FE4E2374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5228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6F51505-FF80-4327-9493-8F33489D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239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BA4045"/>
                </a:solidFill>
              </a:defRPr>
            </a:defPPr>
            <a:lvl1pPr algn="ctr">
              <a:defRPr sz="1425" b="1">
                <a:solidFill>
                  <a:srgbClr val="BA4045"/>
                </a:solidFill>
              </a:defRPr>
            </a:lvl1pPr>
            <a:lvl2pPr algn="ctr">
              <a:defRPr sz="1425" b="1">
                <a:solidFill>
                  <a:srgbClr val="BA4045"/>
                </a:solidFill>
              </a:defRPr>
            </a:lvl2pPr>
            <a:lvl3pPr algn="ctr">
              <a:defRPr sz="1425" b="1">
                <a:solidFill>
                  <a:srgbClr val="BA4045"/>
                </a:solidFill>
              </a:defRPr>
            </a:lvl3pPr>
            <a:lvl4pPr algn="ctr">
              <a:defRPr sz="1425" b="1">
                <a:solidFill>
                  <a:srgbClr val="BA4045"/>
                </a:solidFill>
              </a:defRPr>
            </a:lvl4pPr>
            <a:lvl5pPr algn="ctr">
              <a:defRPr sz="1425" b="1">
                <a:solidFill>
                  <a:srgbClr val="BA4045"/>
                </a:solidFill>
              </a:defRPr>
            </a:lvl5pPr>
            <a:lvl6pPr algn="ctr">
              <a:defRPr sz="1425" b="1">
                <a:solidFill>
                  <a:srgbClr val="BA4045"/>
                </a:solidFill>
              </a:defRPr>
            </a:lvl6pPr>
            <a:lvl7pPr algn="ctr">
              <a:defRPr sz="1425" b="1">
                <a:solidFill>
                  <a:srgbClr val="BA4045"/>
                </a:solidFill>
              </a:defRPr>
            </a:lvl7pPr>
            <a:lvl8pPr algn="ctr">
              <a:defRPr sz="1425" b="1">
                <a:solidFill>
                  <a:srgbClr val="BA4045"/>
                </a:solidFill>
              </a:defRPr>
            </a:lvl8pPr>
            <a:lvl9pPr algn="ctr">
              <a:defRPr sz="1425" b="1">
                <a:solidFill>
                  <a:srgbClr val="BA4045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BA4045"/>
                </a:solidFill>
              </a:defRPr>
            </a:pPr>
            <a:r>
              <a:rPr sz="1425" b="1">
                <a:solidFill>
                  <a:srgbClr val="BA4045"/>
                </a:solidFill>
                <a:latin typeface="Times New Roman"/>
                <a:ea typeface="Times New Roman"/>
                <a:cs typeface="Times New Roman"/>
              </a:rPr>
              <a:t>+24%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31C2E6D5-E3CD-427C-A9F0-322C8E36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421100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81818"/>
                </a:solidFill>
              </a:defRPr>
            </a:defPPr>
            <a:lvl1pPr algn="ctr">
              <a:defRPr sz="1275" b="0">
                <a:solidFill>
                  <a:srgbClr val="181818"/>
                </a:solidFill>
              </a:defRPr>
            </a:lvl1pPr>
            <a:lvl2pPr algn="ctr">
              <a:defRPr sz="1275" b="0">
                <a:solidFill>
                  <a:srgbClr val="181818"/>
                </a:solidFill>
              </a:defRPr>
            </a:lvl2pPr>
            <a:lvl3pPr algn="ctr">
              <a:defRPr sz="1275" b="0">
                <a:solidFill>
                  <a:srgbClr val="181818"/>
                </a:solidFill>
              </a:defRPr>
            </a:lvl3pPr>
            <a:lvl4pPr algn="ctr">
              <a:defRPr sz="1275" b="0">
                <a:solidFill>
                  <a:srgbClr val="181818"/>
                </a:solidFill>
              </a:defRPr>
            </a:lvl4pPr>
            <a:lvl5pPr algn="ctr">
              <a:defRPr sz="1275" b="0">
                <a:solidFill>
                  <a:srgbClr val="181818"/>
                </a:solidFill>
              </a:defRPr>
            </a:lvl5pPr>
            <a:lvl6pPr algn="ctr">
              <a:defRPr sz="1275" b="0">
                <a:solidFill>
                  <a:srgbClr val="181818"/>
                </a:solidFill>
              </a:defRPr>
            </a:lvl6pPr>
            <a:lvl7pPr algn="ctr">
              <a:defRPr sz="1275" b="0">
                <a:solidFill>
                  <a:srgbClr val="181818"/>
                </a:solidFill>
              </a:defRPr>
            </a:lvl7pPr>
            <a:lvl8pPr algn="ctr">
              <a:defRPr sz="1275" b="0">
                <a:solidFill>
                  <a:srgbClr val="181818"/>
                </a:solidFill>
              </a:defRPr>
            </a:lvl8pPr>
            <a:lvl9pPr algn="ctr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&lt;5×10⁻⁴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C984D86-1BEB-4D1A-81A1-D3F216F6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6973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n=1777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90BEC262-5BB6-480A-997C-2BE42867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931" y="1510901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E93BB2B-1B8E-4D7B-82D8-2AC2D12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256" y="14804218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BA4045"/>
                </a:solidFill>
              </a:defRPr>
            </a:defPPr>
            <a:lvl1pPr algn="ctr">
              <a:defRPr sz="1425" b="1">
                <a:solidFill>
                  <a:srgbClr val="BA4045"/>
                </a:solidFill>
              </a:defRPr>
            </a:lvl1pPr>
            <a:lvl2pPr algn="ctr">
              <a:defRPr sz="1425" b="1">
                <a:solidFill>
                  <a:srgbClr val="BA4045"/>
                </a:solidFill>
              </a:defRPr>
            </a:lvl2pPr>
            <a:lvl3pPr algn="ctr">
              <a:defRPr sz="1425" b="1">
                <a:solidFill>
                  <a:srgbClr val="BA4045"/>
                </a:solidFill>
              </a:defRPr>
            </a:lvl3pPr>
            <a:lvl4pPr algn="ctr">
              <a:defRPr sz="1425" b="1">
                <a:solidFill>
                  <a:srgbClr val="BA4045"/>
                </a:solidFill>
              </a:defRPr>
            </a:lvl4pPr>
            <a:lvl5pPr algn="ctr">
              <a:defRPr sz="1425" b="1">
                <a:solidFill>
                  <a:srgbClr val="BA4045"/>
                </a:solidFill>
              </a:defRPr>
            </a:lvl5pPr>
            <a:lvl6pPr algn="ctr">
              <a:defRPr sz="1425" b="1">
                <a:solidFill>
                  <a:srgbClr val="BA4045"/>
                </a:solidFill>
              </a:defRPr>
            </a:lvl6pPr>
            <a:lvl7pPr algn="ctr">
              <a:defRPr sz="1425" b="1">
                <a:solidFill>
                  <a:srgbClr val="BA4045"/>
                </a:solidFill>
              </a:defRPr>
            </a:lvl7pPr>
            <a:lvl8pPr algn="ctr">
              <a:defRPr sz="1425" b="1">
                <a:solidFill>
                  <a:srgbClr val="BA4045"/>
                </a:solidFill>
              </a:defRPr>
            </a:lvl8pPr>
            <a:lvl9pPr algn="ctr">
              <a:defRPr sz="1425" b="1">
                <a:solidFill>
                  <a:srgbClr val="BA4045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BA4045"/>
                </a:solidFill>
              </a:defRPr>
            </a:pPr>
            <a:r>
              <a:rPr sz="1425" b="1">
                <a:solidFill>
                  <a:srgbClr val="BA4045"/>
                </a:solidFill>
                <a:latin typeface="Times New Roman"/>
                <a:ea typeface="Times New Roman"/>
                <a:cs typeface="Times New Roman"/>
              </a:rPr>
              <a:t>+26%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301F6DC6-6710-4175-9961-3296EC20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431" y="16421100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81818"/>
                </a:solidFill>
              </a:defRPr>
            </a:defPPr>
            <a:lvl1pPr algn="ctr">
              <a:defRPr sz="1275" b="0">
                <a:solidFill>
                  <a:srgbClr val="181818"/>
                </a:solidFill>
              </a:defRPr>
            </a:lvl1pPr>
            <a:lvl2pPr algn="ctr">
              <a:defRPr sz="1275" b="0">
                <a:solidFill>
                  <a:srgbClr val="181818"/>
                </a:solidFill>
              </a:defRPr>
            </a:lvl2pPr>
            <a:lvl3pPr algn="ctr">
              <a:defRPr sz="1275" b="0">
                <a:solidFill>
                  <a:srgbClr val="181818"/>
                </a:solidFill>
              </a:defRPr>
            </a:lvl3pPr>
            <a:lvl4pPr algn="ctr">
              <a:defRPr sz="1275" b="0">
                <a:solidFill>
                  <a:srgbClr val="181818"/>
                </a:solidFill>
              </a:defRPr>
            </a:lvl4pPr>
            <a:lvl5pPr algn="ctr">
              <a:defRPr sz="1275" b="0">
                <a:solidFill>
                  <a:srgbClr val="181818"/>
                </a:solidFill>
              </a:defRPr>
            </a:lvl5pPr>
            <a:lvl6pPr algn="ctr">
              <a:defRPr sz="1275" b="0">
                <a:solidFill>
                  <a:srgbClr val="181818"/>
                </a:solidFill>
              </a:defRPr>
            </a:lvl6pPr>
            <a:lvl7pPr algn="ctr">
              <a:defRPr sz="1275" b="0">
                <a:solidFill>
                  <a:srgbClr val="181818"/>
                </a:solidFill>
              </a:defRPr>
            </a:lvl7pPr>
            <a:lvl8pPr algn="ctr">
              <a:defRPr sz="1275" b="0">
                <a:solidFill>
                  <a:srgbClr val="181818"/>
                </a:solidFill>
              </a:defRPr>
            </a:lvl8pPr>
            <a:lvl9pPr algn="ctr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&lt;5×10⁻⁵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6DE36066-FE0C-45DF-96A2-376E1C27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431" y="166973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n=970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35B7ADD5-F9F7-439C-BC1D-67DCB2B5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1434736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40B377EF-BFC0-4719-A81F-0E92E74B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14042566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BA4045"/>
                </a:solidFill>
              </a:defRPr>
            </a:defPPr>
            <a:lvl1pPr algn="ctr">
              <a:defRPr sz="1425" b="1">
                <a:solidFill>
                  <a:srgbClr val="BA4045"/>
                </a:solidFill>
              </a:defRPr>
            </a:lvl1pPr>
            <a:lvl2pPr algn="ctr">
              <a:defRPr sz="1425" b="1">
                <a:solidFill>
                  <a:srgbClr val="BA4045"/>
                </a:solidFill>
              </a:defRPr>
            </a:lvl2pPr>
            <a:lvl3pPr algn="ctr">
              <a:defRPr sz="1425" b="1">
                <a:solidFill>
                  <a:srgbClr val="BA4045"/>
                </a:solidFill>
              </a:defRPr>
            </a:lvl3pPr>
            <a:lvl4pPr algn="ctr">
              <a:defRPr sz="1425" b="1">
                <a:solidFill>
                  <a:srgbClr val="BA4045"/>
                </a:solidFill>
              </a:defRPr>
            </a:lvl4pPr>
            <a:lvl5pPr algn="ctr">
              <a:defRPr sz="1425" b="1">
                <a:solidFill>
                  <a:srgbClr val="BA4045"/>
                </a:solidFill>
              </a:defRPr>
            </a:lvl5pPr>
            <a:lvl6pPr algn="ctr">
              <a:defRPr sz="1425" b="1">
                <a:solidFill>
                  <a:srgbClr val="BA4045"/>
                </a:solidFill>
              </a:defRPr>
            </a:lvl6pPr>
            <a:lvl7pPr algn="ctr">
              <a:defRPr sz="1425" b="1">
                <a:solidFill>
                  <a:srgbClr val="BA4045"/>
                </a:solidFill>
              </a:defRPr>
            </a:lvl7pPr>
            <a:lvl8pPr algn="ctr">
              <a:defRPr sz="1425" b="1">
                <a:solidFill>
                  <a:srgbClr val="BA4045"/>
                </a:solidFill>
              </a:defRPr>
            </a:lvl8pPr>
            <a:lvl9pPr algn="ctr">
              <a:defRPr sz="1425" b="1">
                <a:solidFill>
                  <a:srgbClr val="BA4045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BA4045"/>
                </a:solidFill>
              </a:defRPr>
            </a:pPr>
            <a:r>
              <a:rPr sz="1425" b="1">
                <a:solidFill>
                  <a:srgbClr val="BA4045"/>
                </a:solidFill>
                <a:latin typeface="Times New Roman"/>
                <a:ea typeface="Times New Roman"/>
                <a:cs typeface="Times New Roman"/>
              </a:rPr>
              <a:t>+44%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640194C3-2FA5-457E-89B6-94932D4F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6421100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81818"/>
                </a:solidFill>
              </a:defRPr>
            </a:defPPr>
            <a:lvl1pPr algn="ctr">
              <a:defRPr sz="1275" b="0">
                <a:solidFill>
                  <a:srgbClr val="181818"/>
                </a:solidFill>
              </a:defRPr>
            </a:lvl1pPr>
            <a:lvl2pPr algn="ctr">
              <a:defRPr sz="1275" b="0">
                <a:solidFill>
                  <a:srgbClr val="181818"/>
                </a:solidFill>
              </a:defRPr>
            </a:lvl2pPr>
            <a:lvl3pPr algn="ctr">
              <a:defRPr sz="1275" b="0">
                <a:solidFill>
                  <a:srgbClr val="181818"/>
                </a:solidFill>
              </a:defRPr>
            </a:lvl3pPr>
            <a:lvl4pPr algn="ctr">
              <a:defRPr sz="1275" b="0">
                <a:solidFill>
                  <a:srgbClr val="181818"/>
                </a:solidFill>
              </a:defRPr>
            </a:lvl4pPr>
            <a:lvl5pPr algn="ctr">
              <a:defRPr sz="1275" b="0">
                <a:solidFill>
                  <a:srgbClr val="181818"/>
                </a:solidFill>
              </a:defRPr>
            </a:lvl5pPr>
            <a:lvl6pPr algn="ctr">
              <a:defRPr sz="1275" b="0">
                <a:solidFill>
                  <a:srgbClr val="181818"/>
                </a:solidFill>
              </a:defRPr>
            </a:lvl6pPr>
            <a:lvl7pPr algn="ctr">
              <a:defRPr sz="1275" b="0">
                <a:solidFill>
                  <a:srgbClr val="181818"/>
                </a:solidFill>
              </a:defRPr>
            </a:lvl7pPr>
            <a:lvl8pPr algn="ctr">
              <a:defRPr sz="1275" b="0">
                <a:solidFill>
                  <a:srgbClr val="181818"/>
                </a:solidFill>
              </a:defRPr>
            </a:lvl8pPr>
            <a:lvl9pPr algn="ctr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&lt;5×10⁻⁶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81B05CE4-E277-49C7-854A-E6CE28C6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66973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n=595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87DD24B6-8CB7-4B79-9F73-4331B171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44" y="1382364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DF509CE4-40EE-4626-9238-368DD2D1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269" y="1351884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BA4045"/>
                </a:solidFill>
              </a:defRPr>
            </a:defPPr>
            <a:lvl1pPr algn="ctr">
              <a:defRPr sz="1425" b="1">
                <a:solidFill>
                  <a:srgbClr val="BA4045"/>
                </a:solidFill>
              </a:defRPr>
            </a:lvl1pPr>
            <a:lvl2pPr algn="ctr">
              <a:defRPr sz="1425" b="1">
                <a:solidFill>
                  <a:srgbClr val="BA4045"/>
                </a:solidFill>
              </a:defRPr>
            </a:lvl2pPr>
            <a:lvl3pPr algn="ctr">
              <a:defRPr sz="1425" b="1">
                <a:solidFill>
                  <a:srgbClr val="BA4045"/>
                </a:solidFill>
              </a:defRPr>
            </a:lvl3pPr>
            <a:lvl4pPr algn="ctr">
              <a:defRPr sz="1425" b="1">
                <a:solidFill>
                  <a:srgbClr val="BA4045"/>
                </a:solidFill>
              </a:defRPr>
            </a:lvl4pPr>
            <a:lvl5pPr algn="ctr">
              <a:defRPr sz="1425" b="1">
                <a:solidFill>
                  <a:srgbClr val="BA4045"/>
                </a:solidFill>
              </a:defRPr>
            </a:lvl5pPr>
            <a:lvl6pPr algn="ctr">
              <a:defRPr sz="1425" b="1">
                <a:solidFill>
                  <a:srgbClr val="BA4045"/>
                </a:solidFill>
              </a:defRPr>
            </a:lvl6pPr>
            <a:lvl7pPr algn="ctr">
              <a:defRPr sz="1425" b="1">
                <a:solidFill>
                  <a:srgbClr val="BA4045"/>
                </a:solidFill>
              </a:defRPr>
            </a:lvl7pPr>
            <a:lvl8pPr algn="ctr">
              <a:defRPr sz="1425" b="1">
                <a:solidFill>
                  <a:srgbClr val="BA4045"/>
                </a:solidFill>
              </a:defRPr>
            </a:lvl8pPr>
            <a:lvl9pPr algn="ctr">
              <a:defRPr sz="1425" b="1">
                <a:solidFill>
                  <a:srgbClr val="BA4045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BA4045"/>
                </a:solidFill>
              </a:defRPr>
            </a:pPr>
            <a:r>
              <a:rPr sz="1425" b="1">
                <a:solidFill>
                  <a:srgbClr val="BA4045"/>
                </a:solidFill>
                <a:latin typeface="Times New Roman"/>
                <a:ea typeface="Times New Roman"/>
                <a:cs typeface="Times New Roman"/>
              </a:rPr>
              <a:t>+57%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58EF26D7-67D5-467E-9699-4BBFCA1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44" y="16421100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81818"/>
                </a:solidFill>
              </a:defRPr>
            </a:defPPr>
            <a:lvl1pPr algn="ctr">
              <a:defRPr sz="1275" b="0">
                <a:solidFill>
                  <a:srgbClr val="181818"/>
                </a:solidFill>
              </a:defRPr>
            </a:lvl1pPr>
            <a:lvl2pPr algn="ctr">
              <a:defRPr sz="1275" b="0">
                <a:solidFill>
                  <a:srgbClr val="181818"/>
                </a:solidFill>
              </a:defRPr>
            </a:lvl2pPr>
            <a:lvl3pPr algn="ctr">
              <a:defRPr sz="1275" b="0">
                <a:solidFill>
                  <a:srgbClr val="181818"/>
                </a:solidFill>
              </a:defRPr>
            </a:lvl3pPr>
            <a:lvl4pPr algn="ctr">
              <a:defRPr sz="1275" b="0">
                <a:solidFill>
                  <a:srgbClr val="181818"/>
                </a:solidFill>
              </a:defRPr>
            </a:lvl4pPr>
            <a:lvl5pPr algn="ctr">
              <a:defRPr sz="1275" b="0">
                <a:solidFill>
                  <a:srgbClr val="181818"/>
                </a:solidFill>
              </a:defRPr>
            </a:lvl5pPr>
            <a:lvl6pPr algn="ctr">
              <a:defRPr sz="1275" b="0">
                <a:solidFill>
                  <a:srgbClr val="181818"/>
                </a:solidFill>
              </a:defRPr>
            </a:lvl6pPr>
            <a:lvl7pPr algn="ctr">
              <a:defRPr sz="1275" b="0">
                <a:solidFill>
                  <a:srgbClr val="181818"/>
                </a:solidFill>
              </a:defRPr>
            </a:lvl7pPr>
            <a:lvl8pPr algn="ctr">
              <a:defRPr sz="1275" b="0">
                <a:solidFill>
                  <a:srgbClr val="181818"/>
                </a:solidFill>
              </a:defRPr>
            </a:lvl8pPr>
            <a:lvl9pPr algn="ctr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&lt;5×10⁻⁷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D8FB2E5-1725-4B0F-84E5-5A5C3BFA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44" y="166973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n=384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4212883-C0D9-4F84-90B1-57A2583C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078207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ECE43EE2-C6C2-4B38-AB91-6D4D73F2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3773407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BA4045"/>
                </a:solidFill>
              </a:defRPr>
            </a:defPPr>
            <a:lvl1pPr algn="ctr">
              <a:defRPr sz="1425" b="1">
                <a:solidFill>
                  <a:srgbClr val="BA4045"/>
                </a:solidFill>
              </a:defRPr>
            </a:lvl1pPr>
            <a:lvl2pPr algn="ctr">
              <a:defRPr sz="1425" b="1">
                <a:solidFill>
                  <a:srgbClr val="BA4045"/>
                </a:solidFill>
              </a:defRPr>
            </a:lvl2pPr>
            <a:lvl3pPr algn="ctr">
              <a:defRPr sz="1425" b="1">
                <a:solidFill>
                  <a:srgbClr val="BA4045"/>
                </a:solidFill>
              </a:defRPr>
            </a:lvl3pPr>
            <a:lvl4pPr algn="ctr">
              <a:defRPr sz="1425" b="1">
                <a:solidFill>
                  <a:srgbClr val="BA4045"/>
                </a:solidFill>
              </a:defRPr>
            </a:lvl4pPr>
            <a:lvl5pPr algn="ctr">
              <a:defRPr sz="1425" b="1">
                <a:solidFill>
                  <a:srgbClr val="BA4045"/>
                </a:solidFill>
              </a:defRPr>
            </a:lvl5pPr>
            <a:lvl6pPr algn="ctr">
              <a:defRPr sz="1425" b="1">
                <a:solidFill>
                  <a:srgbClr val="BA4045"/>
                </a:solidFill>
              </a:defRPr>
            </a:lvl6pPr>
            <a:lvl7pPr algn="ctr">
              <a:defRPr sz="1425" b="1">
                <a:solidFill>
                  <a:srgbClr val="BA4045"/>
                </a:solidFill>
              </a:defRPr>
            </a:lvl7pPr>
            <a:lvl8pPr algn="ctr">
              <a:defRPr sz="1425" b="1">
                <a:solidFill>
                  <a:srgbClr val="BA4045"/>
                </a:solidFill>
              </a:defRPr>
            </a:lvl8pPr>
            <a:lvl9pPr algn="ctr">
              <a:defRPr sz="1425" b="1">
                <a:solidFill>
                  <a:srgbClr val="BA4045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BA4045"/>
                </a:solidFill>
              </a:defRPr>
            </a:pPr>
            <a:r>
              <a:rPr sz="1425" b="1">
                <a:solidFill>
                  <a:srgbClr val="BA4045"/>
                </a:solidFill>
                <a:latin typeface="Times New Roman"/>
                <a:ea typeface="Times New Roman"/>
                <a:cs typeface="Times New Roman"/>
              </a:rPr>
              <a:t>+51%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18AE808-61DF-484D-BB20-D053222D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421100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81818"/>
                </a:solidFill>
              </a:defRPr>
            </a:defPPr>
            <a:lvl1pPr algn="ctr">
              <a:defRPr sz="1275" b="0">
                <a:solidFill>
                  <a:srgbClr val="181818"/>
                </a:solidFill>
              </a:defRPr>
            </a:lvl1pPr>
            <a:lvl2pPr algn="ctr">
              <a:defRPr sz="1275" b="0">
                <a:solidFill>
                  <a:srgbClr val="181818"/>
                </a:solidFill>
              </a:defRPr>
            </a:lvl2pPr>
            <a:lvl3pPr algn="ctr">
              <a:defRPr sz="1275" b="0">
                <a:solidFill>
                  <a:srgbClr val="181818"/>
                </a:solidFill>
              </a:defRPr>
            </a:lvl3pPr>
            <a:lvl4pPr algn="ctr">
              <a:defRPr sz="1275" b="0">
                <a:solidFill>
                  <a:srgbClr val="181818"/>
                </a:solidFill>
              </a:defRPr>
            </a:lvl4pPr>
            <a:lvl5pPr algn="ctr">
              <a:defRPr sz="1275" b="0">
                <a:solidFill>
                  <a:srgbClr val="181818"/>
                </a:solidFill>
              </a:defRPr>
            </a:lvl5pPr>
            <a:lvl6pPr algn="ctr">
              <a:defRPr sz="1275" b="0">
                <a:solidFill>
                  <a:srgbClr val="181818"/>
                </a:solidFill>
              </a:defRPr>
            </a:lvl6pPr>
            <a:lvl7pPr algn="ctr">
              <a:defRPr sz="1275" b="0">
                <a:solidFill>
                  <a:srgbClr val="181818"/>
                </a:solidFill>
              </a:defRPr>
            </a:lvl7pPr>
            <a:lvl8pPr algn="ctr">
              <a:defRPr sz="1275" b="0">
                <a:solidFill>
                  <a:srgbClr val="181818"/>
                </a:solidFill>
              </a:defRPr>
            </a:lvl8pPr>
            <a:lvl9pPr algn="ctr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&lt;5×10⁻⁸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E352E8A1-0742-409F-9621-593EE54D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6973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55555"/>
                </a:solidFill>
              </a:defRPr>
            </a:defPPr>
            <a:lvl1pPr algn="ctr">
              <a:defRPr sz="1200" b="0">
                <a:solidFill>
                  <a:srgbClr val="555555"/>
                </a:solidFill>
              </a:defRPr>
            </a:lvl1pPr>
            <a:lvl2pPr algn="ctr">
              <a:defRPr sz="1200" b="0">
                <a:solidFill>
                  <a:srgbClr val="555555"/>
                </a:solidFill>
              </a:defRPr>
            </a:lvl2pPr>
            <a:lvl3pPr algn="ctr">
              <a:defRPr sz="1200" b="0">
                <a:solidFill>
                  <a:srgbClr val="555555"/>
                </a:solidFill>
              </a:defRPr>
            </a:lvl3pPr>
            <a:lvl4pPr algn="ctr">
              <a:defRPr sz="1200" b="0">
                <a:solidFill>
                  <a:srgbClr val="555555"/>
                </a:solidFill>
              </a:defRPr>
            </a:lvl4pPr>
            <a:lvl5pPr algn="ctr">
              <a:defRPr sz="1200" b="0">
                <a:solidFill>
                  <a:srgbClr val="555555"/>
                </a:solidFill>
              </a:defRPr>
            </a:lvl5pPr>
            <a:lvl6pPr algn="ctr">
              <a:defRPr sz="1200" b="0">
                <a:solidFill>
                  <a:srgbClr val="555555"/>
                </a:solidFill>
              </a:defRPr>
            </a:lvl6pPr>
            <a:lvl7pPr algn="ctr">
              <a:defRPr sz="1200" b="0">
                <a:solidFill>
                  <a:srgbClr val="555555"/>
                </a:solidFill>
              </a:defRPr>
            </a:lvl7pPr>
            <a:lvl8pPr algn="ctr">
              <a:defRPr sz="1200" b="0">
                <a:solidFill>
                  <a:srgbClr val="555555"/>
                </a:solidFill>
              </a:defRPr>
            </a:lvl8pPr>
            <a:lvl9pPr algn="ctr">
              <a:defRPr sz="120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n=253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73D7F5E-CC82-4E0C-85F1-4AD8D703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3049250"/>
            <a:ext cx="547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55555"/>
                </a:solidFill>
              </a:defRPr>
            </a:defPPr>
            <a:lvl1pPr algn="ctr">
              <a:defRPr sz="1425" b="0">
                <a:solidFill>
                  <a:srgbClr val="555555"/>
                </a:solidFill>
              </a:defRPr>
            </a:lvl1pPr>
            <a:lvl2pPr algn="ctr">
              <a:defRPr sz="1425" b="0">
                <a:solidFill>
                  <a:srgbClr val="555555"/>
                </a:solidFill>
              </a:defRPr>
            </a:lvl2pPr>
            <a:lvl3pPr algn="ctr">
              <a:defRPr sz="1425" b="0">
                <a:solidFill>
                  <a:srgbClr val="555555"/>
                </a:solidFill>
              </a:defRPr>
            </a:lvl3pPr>
            <a:lvl4pPr algn="ctr">
              <a:defRPr sz="1425" b="0">
                <a:solidFill>
                  <a:srgbClr val="555555"/>
                </a:solidFill>
              </a:defRPr>
            </a:lvl4pPr>
            <a:lvl5pPr algn="ctr">
              <a:defRPr sz="1425" b="0">
                <a:solidFill>
                  <a:srgbClr val="555555"/>
                </a:solidFill>
              </a:defRPr>
            </a:lvl5pPr>
            <a:lvl6pPr algn="ctr">
              <a:defRPr sz="1425" b="0">
                <a:solidFill>
                  <a:srgbClr val="555555"/>
                </a:solidFill>
              </a:defRPr>
            </a:lvl6pPr>
            <a:lvl7pPr algn="ctr">
              <a:defRPr sz="1425" b="0">
                <a:solidFill>
                  <a:srgbClr val="555555"/>
                </a:solidFill>
              </a:defRPr>
            </a:lvl7pPr>
            <a:lvl8pPr algn="ctr">
              <a:defRPr sz="1425" b="0">
                <a:solidFill>
                  <a:srgbClr val="555555"/>
                </a:solidFill>
              </a:defRPr>
            </a:lvl8pPr>
            <a:lvl9pPr algn="ctr">
              <a:defRPr sz="142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AUPRC / positive prevalence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DB36BD9B-4381-4A9E-837D-CD4706BD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282988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76851192-6690-4848-9337-8AA147CB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1544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555555"/>
                </a:solidFill>
              </a:defRPr>
            </a:defPPr>
            <a:lvl1pPr algn="r">
              <a:defRPr sz="1275" b="0">
                <a:solidFill>
                  <a:srgbClr val="555555"/>
                </a:solidFill>
              </a:defRPr>
            </a:lvl1pPr>
            <a:lvl2pPr algn="r">
              <a:defRPr sz="1275" b="0">
                <a:solidFill>
                  <a:srgbClr val="555555"/>
                </a:solidFill>
              </a:defRPr>
            </a:lvl2pPr>
            <a:lvl3pPr algn="r">
              <a:defRPr sz="1275" b="0">
                <a:solidFill>
                  <a:srgbClr val="555555"/>
                </a:solidFill>
              </a:defRPr>
            </a:lvl3pPr>
            <a:lvl4pPr algn="r">
              <a:defRPr sz="1275" b="0">
                <a:solidFill>
                  <a:srgbClr val="555555"/>
                </a:solidFill>
              </a:defRPr>
            </a:lvl4pPr>
            <a:lvl5pPr algn="r">
              <a:defRPr sz="1275" b="0">
                <a:solidFill>
                  <a:srgbClr val="555555"/>
                </a:solidFill>
              </a:defRPr>
            </a:lvl5pPr>
            <a:lvl6pPr algn="r">
              <a:defRPr sz="1275" b="0">
                <a:solidFill>
                  <a:srgbClr val="555555"/>
                </a:solidFill>
              </a:defRPr>
            </a:lvl6pPr>
            <a:lvl7pPr algn="r">
              <a:defRPr sz="1275" b="0">
                <a:solidFill>
                  <a:srgbClr val="555555"/>
                </a:solidFill>
              </a:defRPr>
            </a:lvl7pPr>
            <a:lvl8pPr algn="r">
              <a:defRPr sz="1275" b="0">
                <a:solidFill>
                  <a:srgbClr val="555555"/>
                </a:solidFill>
              </a:defRPr>
            </a:lvl8pPr>
            <a:lvl9pPr algn="r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8%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CA5F5C60-3C00-47BD-91CD-3F351CC7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741361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7DEE493-3891-491F-A642-471140E8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617536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555555"/>
                </a:solidFill>
              </a:defRPr>
            </a:defPPr>
            <a:lvl1pPr algn="r">
              <a:defRPr sz="1275" b="0">
                <a:solidFill>
                  <a:srgbClr val="555555"/>
                </a:solidFill>
              </a:defRPr>
            </a:lvl1pPr>
            <a:lvl2pPr algn="r">
              <a:defRPr sz="1275" b="0">
                <a:solidFill>
                  <a:srgbClr val="555555"/>
                </a:solidFill>
              </a:defRPr>
            </a:lvl2pPr>
            <a:lvl3pPr algn="r">
              <a:defRPr sz="1275" b="0">
                <a:solidFill>
                  <a:srgbClr val="555555"/>
                </a:solidFill>
              </a:defRPr>
            </a:lvl3pPr>
            <a:lvl4pPr algn="r">
              <a:defRPr sz="1275" b="0">
                <a:solidFill>
                  <a:srgbClr val="555555"/>
                </a:solidFill>
              </a:defRPr>
            </a:lvl4pPr>
            <a:lvl5pPr algn="r">
              <a:defRPr sz="1275" b="0">
                <a:solidFill>
                  <a:srgbClr val="555555"/>
                </a:solidFill>
              </a:defRPr>
            </a:lvl5pPr>
            <a:lvl6pPr algn="r">
              <a:defRPr sz="1275" b="0">
                <a:solidFill>
                  <a:srgbClr val="555555"/>
                </a:solidFill>
              </a:defRPr>
            </a:lvl6pPr>
            <a:lvl7pPr algn="r">
              <a:defRPr sz="1275" b="0">
                <a:solidFill>
                  <a:srgbClr val="555555"/>
                </a:solidFill>
              </a:defRPr>
            </a:lvl7pPr>
            <a:lvl8pPr algn="r">
              <a:defRPr sz="1275" b="0">
                <a:solidFill>
                  <a:srgbClr val="555555"/>
                </a:solidFill>
              </a:defRPr>
            </a:lvl8pPr>
            <a:lvl9pPr algn="r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10%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46062A13-ED0C-460A-A6FA-E5F14DBA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0926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51A115BD-6436-4CB6-8586-E7D4DED6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080673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555555"/>
                </a:solidFill>
              </a:defRPr>
            </a:defPPr>
            <a:lvl1pPr algn="r">
              <a:defRPr sz="1275" b="0">
                <a:solidFill>
                  <a:srgbClr val="555555"/>
                </a:solidFill>
              </a:defRPr>
            </a:lvl1pPr>
            <a:lvl2pPr algn="r">
              <a:defRPr sz="1275" b="0">
                <a:solidFill>
                  <a:srgbClr val="555555"/>
                </a:solidFill>
              </a:defRPr>
            </a:lvl2pPr>
            <a:lvl3pPr algn="r">
              <a:defRPr sz="1275" b="0">
                <a:solidFill>
                  <a:srgbClr val="555555"/>
                </a:solidFill>
              </a:defRPr>
            </a:lvl3pPr>
            <a:lvl4pPr algn="r">
              <a:defRPr sz="1275" b="0">
                <a:solidFill>
                  <a:srgbClr val="555555"/>
                </a:solidFill>
              </a:defRPr>
            </a:lvl4pPr>
            <a:lvl5pPr algn="r">
              <a:defRPr sz="1275" b="0">
                <a:solidFill>
                  <a:srgbClr val="555555"/>
                </a:solidFill>
              </a:defRPr>
            </a:lvl5pPr>
            <a:lvl6pPr algn="r">
              <a:defRPr sz="1275" b="0">
                <a:solidFill>
                  <a:srgbClr val="555555"/>
                </a:solidFill>
              </a:defRPr>
            </a:lvl6pPr>
            <a:lvl7pPr algn="r">
              <a:defRPr sz="1275" b="0">
                <a:solidFill>
                  <a:srgbClr val="555555"/>
                </a:solidFill>
              </a:defRPr>
            </a:lvl7pPr>
            <a:lvl8pPr algn="r">
              <a:defRPr sz="1275" b="0">
                <a:solidFill>
                  <a:srgbClr val="555555"/>
                </a:solidFill>
              </a:defRPr>
            </a:lvl8pPr>
            <a:lvl9pPr algn="r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12%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3B9BA4A4-8D3B-4B66-8311-C33D0B17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672397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534807AC-6261-46CD-B2C5-0EBEDB8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543809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555555"/>
                </a:solidFill>
              </a:defRPr>
            </a:defPPr>
            <a:lvl1pPr algn="r">
              <a:defRPr sz="1275" b="0">
                <a:solidFill>
                  <a:srgbClr val="555555"/>
                </a:solidFill>
              </a:defRPr>
            </a:lvl1pPr>
            <a:lvl2pPr algn="r">
              <a:defRPr sz="1275" b="0">
                <a:solidFill>
                  <a:srgbClr val="555555"/>
                </a:solidFill>
              </a:defRPr>
            </a:lvl2pPr>
            <a:lvl3pPr algn="r">
              <a:defRPr sz="1275" b="0">
                <a:solidFill>
                  <a:srgbClr val="555555"/>
                </a:solidFill>
              </a:defRPr>
            </a:lvl3pPr>
            <a:lvl4pPr algn="r">
              <a:defRPr sz="1275" b="0">
                <a:solidFill>
                  <a:srgbClr val="555555"/>
                </a:solidFill>
              </a:defRPr>
            </a:lvl4pPr>
            <a:lvl5pPr algn="r">
              <a:defRPr sz="1275" b="0">
                <a:solidFill>
                  <a:srgbClr val="555555"/>
                </a:solidFill>
              </a:defRPr>
            </a:lvl5pPr>
            <a:lvl6pPr algn="r">
              <a:defRPr sz="1275" b="0">
                <a:solidFill>
                  <a:srgbClr val="555555"/>
                </a:solidFill>
              </a:defRPr>
            </a:lvl6pPr>
            <a:lvl7pPr algn="r">
              <a:defRPr sz="1275" b="0">
                <a:solidFill>
                  <a:srgbClr val="555555"/>
                </a:solidFill>
              </a:defRPr>
            </a:lvl7pPr>
            <a:lvl8pPr algn="r">
              <a:defRPr sz="1275" b="0">
                <a:solidFill>
                  <a:srgbClr val="555555"/>
                </a:solidFill>
              </a:defRPr>
            </a:lvl8pPr>
            <a:lvl9pPr algn="r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14%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B545805B-73A8-4DE6-8163-5DDD5D26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135533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9F7A0FF7-F60F-4459-BC87-8809094C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00694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555555"/>
                </a:solidFill>
              </a:defRPr>
            </a:defPPr>
            <a:lvl1pPr algn="r">
              <a:defRPr sz="1275" b="0">
                <a:solidFill>
                  <a:srgbClr val="555555"/>
                </a:solidFill>
              </a:defRPr>
            </a:lvl1pPr>
            <a:lvl2pPr algn="r">
              <a:defRPr sz="1275" b="0">
                <a:solidFill>
                  <a:srgbClr val="555555"/>
                </a:solidFill>
              </a:defRPr>
            </a:lvl2pPr>
            <a:lvl3pPr algn="r">
              <a:defRPr sz="1275" b="0">
                <a:solidFill>
                  <a:srgbClr val="555555"/>
                </a:solidFill>
              </a:defRPr>
            </a:lvl3pPr>
            <a:lvl4pPr algn="r">
              <a:defRPr sz="1275" b="0">
                <a:solidFill>
                  <a:srgbClr val="555555"/>
                </a:solidFill>
              </a:defRPr>
            </a:lvl4pPr>
            <a:lvl5pPr algn="r">
              <a:defRPr sz="1275" b="0">
                <a:solidFill>
                  <a:srgbClr val="555555"/>
                </a:solidFill>
              </a:defRPr>
            </a:lvl5pPr>
            <a:lvl6pPr algn="r">
              <a:defRPr sz="1275" b="0">
                <a:solidFill>
                  <a:srgbClr val="555555"/>
                </a:solidFill>
              </a:defRPr>
            </a:lvl6pPr>
            <a:lvl7pPr algn="r">
              <a:defRPr sz="1275" b="0">
                <a:solidFill>
                  <a:srgbClr val="555555"/>
                </a:solidFill>
              </a:defRPr>
            </a:lvl7pPr>
            <a:lvl8pPr algn="r">
              <a:defRPr sz="1275" b="0">
                <a:solidFill>
                  <a:srgbClr val="555555"/>
                </a:solidFill>
              </a:defRPr>
            </a:lvl8pPr>
            <a:lvl9pPr algn="r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16%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1130D27A-344F-4AB2-88BC-BAB0E8C1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598669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05CB0A7E-EEF3-403C-81E0-C80D3F7A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470082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555555"/>
                </a:solidFill>
              </a:defRPr>
            </a:defPPr>
            <a:lvl1pPr algn="r">
              <a:defRPr sz="1275" b="0">
                <a:solidFill>
                  <a:srgbClr val="555555"/>
                </a:solidFill>
              </a:defRPr>
            </a:lvl1pPr>
            <a:lvl2pPr algn="r">
              <a:defRPr sz="1275" b="0">
                <a:solidFill>
                  <a:srgbClr val="555555"/>
                </a:solidFill>
              </a:defRPr>
            </a:lvl2pPr>
            <a:lvl3pPr algn="r">
              <a:defRPr sz="1275" b="0">
                <a:solidFill>
                  <a:srgbClr val="555555"/>
                </a:solidFill>
              </a:defRPr>
            </a:lvl3pPr>
            <a:lvl4pPr algn="r">
              <a:defRPr sz="1275" b="0">
                <a:solidFill>
                  <a:srgbClr val="555555"/>
                </a:solidFill>
              </a:defRPr>
            </a:lvl4pPr>
            <a:lvl5pPr algn="r">
              <a:defRPr sz="1275" b="0">
                <a:solidFill>
                  <a:srgbClr val="555555"/>
                </a:solidFill>
              </a:defRPr>
            </a:lvl5pPr>
            <a:lvl6pPr algn="r">
              <a:defRPr sz="1275" b="0">
                <a:solidFill>
                  <a:srgbClr val="555555"/>
                </a:solidFill>
              </a:defRPr>
            </a:lvl6pPr>
            <a:lvl7pPr algn="r">
              <a:defRPr sz="1275" b="0">
                <a:solidFill>
                  <a:srgbClr val="555555"/>
                </a:solidFill>
              </a:defRPr>
            </a:lvl7pPr>
            <a:lvl8pPr algn="r">
              <a:defRPr sz="1275" b="0">
                <a:solidFill>
                  <a:srgbClr val="555555"/>
                </a:solidFill>
              </a:defRPr>
            </a:lvl8pPr>
            <a:lvl9pPr algn="r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71D3FEB9-E4F9-4350-8D6A-4A356C0C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33350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90B3221C-17F6-45FE-A6B3-7C2928A2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25475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580E93D-2B16-4483-89E7-E9F9C961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7725" y="133350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A8208F70-64D0-40EC-8A3C-0008E975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278225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62629617-230A-4DCF-B28B-D799C39F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00162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B0C9F04-7CBF-48FC-B0F6-E51A9BF3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2887325"/>
            <a:ext cx="1514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</a:defRPr>
            </a:defPPr>
            <a:lvl1pPr algn="l">
              <a:defRPr sz="1275" b="0">
                <a:solidFill>
                  <a:srgbClr val="181818"/>
                </a:solidFill>
              </a:defRPr>
            </a:lvl1pPr>
            <a:lvl2pPr algn="l">
              <a:defRPr sz="1275" b="0">
                <a:solidFill>
                  <a:srgbClr val="181818"/>
                </a:solidFill>
              </a:defRPr>
            </a:lvl2pPr>
            <a:lvl3pPr algn="l">
              <a:defRPr sz="1275" b="0">
                <a:solidFill>
                  <a:srgbClr val="181818"/>
                </a:solidFill>
              </a:defRPr>
            </a:lvl3pPr>
            <a:lvl4pPr algn="l">
              <a:defRPr sz="1275" b="0">
                <a:solidFill>
                  <a:srgbClr val="181818"/>
                </a:solidFill>
              </a:defRPr>
            </a:lvl4pPr>
            <a:lvl5pPr algn="l">
              <a:defRPr sz="1275" b="0">
                <a:solidFill>
                  <a:srgbClr val="181818"/>
                </a:solidFill>
              </a:defRPr>
            </a:lvl5pPr>
            <a:lvl6pPr algn="l">
              <a:defRPr sz="1275" b="0">
                <a:solidFill>
                  <a:srgbClr val="181818"/>
                </a:solidFill>
              </a:defRPr>
            </a:lvl6pPr>
            <a:lvl7pPr algn="l">
              <a:defRPr sz="1275" b="0">
                <a:solidFill>
                  <a:srgbClr val="181818"/>
                </a:solidFill>
              </a:defRPr>
            </a:lvl7pPr>
            <a:lvl8pPr algn="l">
              <a:defRPr sz="1275" b="0">
                <a:solidFill>
                  <a:srgbClr val="181818"/>
                </a:solidFill>
              </a:defRPr>
            </a:lvl8pPr>
            <a:lvl9pPr algn="l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Expression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069247A5-3C07-4CE7-A5D2-74B51C66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06000" y="15701037"/>
            <a:ext cx="1547813" cy="1605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5555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F8675655-6DBE-4CF4-8E24-8786866A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453813" y="15861580"/>
            <a:ext cx="1547813" cy="923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5555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5A7078AB-2C95-4F51-8EB0-458B2480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001625" y="15569136"/>
            <a:ext cx="1547813" cy="3847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5555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CA08D417-F515-43CB-A31D-44758254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549438" y="15358318"/>
            <a:ext cx="1547813" cy="2108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55555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3A56B79F-254C-4A20-9E90-F16ED685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613" y="1564864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B7500626-2AEA-4BAB-9BEA-06EA8F3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1580919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0A13D43-72B6-4409-8755-C7129BC7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9238" y="159015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72D9C62-2618-47B3-814B-AA31A346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1551674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29126E26-EAD2-4C63-A604-ADEBE3CD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4863" y="1530593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84FA9D48-B469-4898-A032-F7D6A1B6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00162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4A0D82E5-CA66-4648-B14B-8F3586A7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12887325"/>
            <a:ext cx="1514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</a:defRPr>
            </a:defPPr>
            <a:lvl1pPr algn="l">
              <a:defRPr sz="1275" b="0">
                <a:solidFill>
                  <a:srgbClr val="181818"/>
                </a:solidFill>
              </a:defRPr>
            </a:lvl1pPr>
            <a:lvl2pPr algn="l">
              <a:defRPr sz="1275" b="0">
                <a:solidFill>
                  <a:srgbClr val="181818"/>
                </a:solidFill>
              </a:defRPr>
            </a:lvl2pPr>
            <a:lvl3pPr algn="l">
              <a:defRPr sz="1275" b="0">
                <a:solidFill>
                  <a:srgbClr val="181818"/>
                </a:solidFill>
              </a:defRPr>
            </a:lvl3pPr>
            <a:lvl4pPr algn="l">
              <a:defRPr sz="1275" b="0">
                <a:solidFill>
                  <a:srgbClr val="181818"/>
                </a:solidFill>
              </a:defRPr>
            </a:lvl4pPr>
            <a:lvl5pPr algn="l">
              <a:defRPr sz="1275" b="0">
                <a:solidFill>
                  <a:srgbClr val="181818"/>
                </a:solidFill>
              </a:defRPr>
            </a:lvl5pPr>
            <a:lvl6pPr algn="l">
              <a:defRPr sz="1275" b="0">
                <a:solidFill>
                  <a:srgbClr val="181818"/>
                </a:solidFill>
              </a:defRPr>
            </a:lvl6pPr>
            <a:lvl7pPr algn="l">
              <a:defRPr sz="1275" b="0">
                <a:solidFill>
                  <a:srgbClr val="181818"/>
                </a:solidFill>
              </a:defRPr>
            </a:lvl7pPr>
            <a:lvl8pPr algn="l">
              <a:defRPr sz="1275" b="0">
                <a:solidFill>
                  <a:srgbClr val="181818"/>
                </a:solidFill>
              </a:defRPr>
            </a:lvl8pPr>
            <a:lvl9pPr algn="l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GO</a:t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3608204A-99DC-4D89-B24E-9DB1E005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06000" y="14311294"/>
            <a:ext cx="1547813" cy="249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E729C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CCF6FDCF-0595-46BB-A19D-617F2FD0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53813" y="14555350"/>
            <a:ext cx="1547813" cy="5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E729C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621083A-8D31-4F03-8AFC-FE65A67E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001625" y="14450670"/>
            <a:ext cx="1547813" cy="104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E729C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B23EEBEC-B03A-4365-955A-2FEE8183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549438" y="14085124"/>
            <a:ext cx="1547813" cy="3655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E729C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AA9CAEB7-44D7-4B22-B089-81556E23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613" y="1425890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9525">
            <a:solidFill>
              <a:srgbClr val="2E729C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EBB734A-51CC-4104-B4C0-5919BD20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1450854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9525">
            <a:solidFill>
              <a:srgbClr val="2E729C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A100A3C8-5A5E-4969-9302-2BCD4225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9238" y="1450296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9525">
            <a:solidFill>
              <a:srgbClr val="2E729C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79033B15-1A54-4790-93C3-B656A6BF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1439828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9525">
            <a:solidFill>
              <a:srgbClr val="2E729C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B2A517FC-64C9-4C3F-A23D-8419476B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4863" y="1403273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29C"/>
          </a:solidFill>
          <a:ln xmlns:a="http://schemas.openxmlformats.org/drawingml/2006/main" w="9525">
            <a:solidFill>
              <a:srgbClr val="2E729C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E3B8A892-B82F-49C1-9F0F-F3576AAC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1300162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DD9F5C1E-B745-4CA2-A073-C2DFC466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12887325"/>
            <a:ext cx="1514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</a:defRPr>
            </a:defPPr>
            <a:lvl1pPr algn="l">
              <a:defRPr sz="1275" b="0">
                <a:solidFill>
                  <a:srgbClr val="181818"/>
                </a:solidFill>
              </a:defRPr>
            </a:lvl1pPr>
            <a:lvl2pPr algn="l">
              <a:defRPr sz="1275" b="0">
                <a:solidFill>
                  <a:srgbClr val="181818"/>
                </a:solidFill>
              </a:defRPr>
            </a:lvl2pPr>
            <a:lvl3pPr algn="l">
              <a:defRPr sz="1275" b="0">
                <a:solidFill>
                  <a:srgbClr val="181818"/>
                </a:solidFill>
              </a:defRPr>
            </a:lvl3pPr>
            <a:lvl4pPr algn="l">
              <a:defRPr sz="1275" b="0">
                <a:solidFill>
                  <a:srgbClr val="181818"/>
                </a:solidFill>
              </a:defRPr>
            </a:lvl4pPr>
            <a:lvl5pPr algn="l">
              <a:defRPr sz="1275" b="0">
                <a:solidFill>
                  <a:srgbClr val="181818"/>
                </a:solidFill>
              </a:defRPr>
            </a:lvl5pPr>
            <a:lvl6pPr algn="l">
              <a:defRPr sz="1275" b="0">
                <a:solidFill>
                  <a:srgbClr val="181818"/>
                </a:solidFill>
              </a:defRPr>
            </a:lvl6pPr>
            <a:lvl7pPr algn="l">
              <a:defRPr sz="1275" b="0">
                <a:solidFill>
                  <a:srgbClr val="181818"/>
                </a:solidFill>
              </a:defRPr>
            </a:lvl7pPr>
            <a:lvl8pPr algn="l">
              <a:defRPr sz="1275" b="0">
                <a:solidFill>
                  <a:srgbClr val="181818"/>
                </a:solidFill>
              </a:defRPr>
            </a:lvl8pPr>
            <a:lvl9pPr algn="l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Pfam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803FB112-BC5A-4D24-B54A-6A4AC04F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06000" y="15565084"/>
            <a:ext cx="1547813" cy="130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B78A24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7018F179-71FD-4F9E-B5F3-3932238E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53813" y="15457642"/>
            <a:ext cx="1547813" cy="2378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B78A24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836FC05D-7590-4F07-A3E1-B9A6EBF1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001625" y="15457642"/>
            <a:ext cx="1547813" cy="1114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B78A24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DC77803-2E39-4089-BEE3-617B4C3E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549438" y="15569136"/>
            <a:ext cx="1547813" cy="213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B78A24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F1F43795-75DC-4253-BF72-D9B32553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613" y="1551269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A24"/>
          </a:solidFill>
          <a:ln xmlns:a="http://schemas.openxmlformats.org/drawingml/2006/main" w="9525">
            <a:solidFill>
              <a:srgbClr val="B78A24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58DA75F0-078D-47FD-8EB9-1A0E9C42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1564315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A24"/>
          </a:solidFill>
          <a:ln xmlns:a="http://schemas.openxmlformats.org/drawingml/2006/main" w="9525">
            <a:solidFill>
              <a:srgbClr val="B78A24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718079B0-49C3-4FE2-94DA-1502CF7A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9238" y="1540525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A24"/>
          </a:solidFill>
          <a:ln xmlns:a="http://schemas.openxmlformats.org/drawingml/2006/main" w="9525">
            <a:solidFill>
              <a:srgbClr val="B78A24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BC076952-14B8-4DCF-8E95-34CFA7E3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1551674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A24"/>
          </a:solidFill>
          <a:ln xmlns:a="http://schemas.openxmlformats.org/drawingml/2006/main" w="9525">
            <a:solidFill>
              <a:srgbClr val="B78A24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83B979DF-703B-4816-90A2-20CA1F63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4863" y="157303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A24"/>
          </a:solidFill>
          <a:ln xmlns:a="http://schemas.openxmlformats.org/drawingml/2006/main" w="9525">
            <a:solidFill>
              <a:srgbClr val="B78A24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28DDA8B1-FE4D-4099-A47F-D297BECC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1300162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2E1A7663-21AF-4745-BB3C-62BF9884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2887325"/>
            <a:ext cx="1514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1818"/>
                </a:solidFill>
              </a:defRPr>
            </a:defPPr>
            <a:lvl1pPr algn="l">
              <a:defRPr sz="1275" b="0">
                <a:solidFill>
                  <a:srgbClr val="181818"/>
                </a:solidFill>
              </a:defRPr>
            </a:lvl1pPr>
            <a:lvl2pPr algn="l">
              <a:defRPr sz="1275" b="0">
                <a:solidFill>
                  <a:srgbClr val="181818"/>
                </a:solidFill>
              </a:defRPr>
            </a:lvl2pPr>
            <a:lvl3pPr algn="l">
              <a:defRPr sz="1275" b="0">
                <a:solidFill>
                  <a:srgbClr val="181818"/>
                </a:solidFill>
              </a:defRPr>
            </a:lvl3pPr>
            <a:lvl4pPr algn="l">
              <a:defRPr sz="1275" b="0">
                <a:solidFill>
                  <a:srgbClr val="181818"/>
                </a:solidFill>
              </a:defRPr>
            </a:lvl4pPr>
            <a:lvl5pPr algn="l">
              <a:defRPr sz="1275" b="0">
                <a:solidFill>
                  <a:srgbClr val="181818"/>
                </a:solidFill>
              </a:defRPr>
            </a:lvl5pPr>
            <a:lvl6pPr algn="l">
              <a:defRPr sz="1275" b="0">
                <a:solidFill>
                  <a:srgbClr val="181818"/>
                </a:solidFill>
              </a:defRPr>
            </a:lvl6pPr>
            <a:lvl7pPr algn="l">
              <a:defRPr sz="1275" b="0">
                <a:solidFill>
                  <a:srgbClr val="181818"/>
                </a:solidFill>
              </a:defRPr>
            </a:lvl7pPr>
            <a:lvl8pPr algn="l">
              <a:defRPr sz="1275" b="0">
                <a:solidFill>
                  <a:srgbClr val="181818"/>
                </a:solidFill>
              </a:defRPr>
            </a:lvl8pPr>
            <a:lvl9pPr algn="l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Combined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FCBF4081-84EC-4DD2-99E6-551B6F6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06000" y="14296188"/>
            <a:ext cx="1547813" cy="347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BA404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088F0DD1-272B-4C89-8DB7-202737F4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53813" y="14284662"/>
            <a:ext cx="1547813" cy="3592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BA404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B1D1A858-F94E-4891-8D2F-8DA9146F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001625" y="14101149"/>
            <a:ext cx="1547813" cy="1835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BA404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91F5F378-BD62-47BE-88EB-517AB2EE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549438" y="13872925"/>
            <a:ext cx="1547813" cy="228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BA404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17E12AF2-AA1E-44F7-9805-932B7792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613" y="1424380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AB0A839B-194B-4762-96B9-669B286C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1459156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7CE4F720-429B-4C25-BE60-1CBAC73A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9238" y="1423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9C369DC-8704-465F-991C-EA7AEA5A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1404876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6E4104C5-5CC4-435B-9D08-D6A0DEDB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4863" y="1382053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4045"/>
          </a:solidFill>
          <a:ln xmlns:a="http://schemas.openxmlformats.org/drawingml/2006/main" w="9525">
            <a:solidFill>
              <a:srgbClr val="BA404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F924385-45F6-439F-93B1-C4C47270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421100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81818"/>
                </a:solidFill>
              </a:defRPr>
            </a:defPPr>
            <a:lvl1pPr algn="ctr">
              <a:defRPr sz="1275" b="0">
                <a:solidFill>
                  <a:srgbClr val="181818"/>
                </a:solidFill>
              </a:defRPr>
            </a:lvl1pPr>
            <a:lvl2pPr algn="ctr">
              <a:defRPr sz="1275" b="0">
                <a:solidFill>
                  <a:srgbClr val="181818"/>
                </a:solidFill>
              </a:defRPr>
            </a:lvl2pPr>
            <a:lvl3pPr algn="ctr">
              <a:defRPr sz="1275" b="0">
                <a:solidFill>
                  <a:srgbClr val="181818"/>
                </a:solidFill>
              </a:defRPr>
            </a:lvl3pPr>
            <a:lvl4pPr algn="ctr">
              <a:defRPr sz="1275" b="0">
                <a:solidFill>
                  <a:srgbClr val="181818"/>
                </a:solidFill>
              </a:defRPr>
            </a:lvl4pPr>
            <a:lvl5pPr algn="ctr">
              <a:defRPr sz="1275" b="0">
                <a:solidFill>
                  <a:srgbClr val="181818"/>
                </a:solidFill>
              </a:defRPr>
            </a:lvl5pPr>
            <a:lvl6pPr algn="ctr">
              <a:defRPr sz="1275" b="0">
                <a:solidFill>
                  <a:srgbClr val="181818"/>
                </a:solidFill>
              </a:defRPr>
            </a:lvl6pPr>
            <a:lvl7pPr algn="ctr">
              <a:defRPr sz="1275" b="0">
                <a:solidFill>
                  <a:srgbClr val="181818"/>
                </a:solidFill>
              </a:defRPr>
            </a:lvl7pPr>
            <a:lvl8pPr algn="ctr">
              <a:defRPr sz="1275" b="0">
                <a:solidFill>
                  <a:srgbClr val="181818"/>
                </a:solidFill>
              </a:defRPr>
            </a:lvl8pPr>
            <a:lvl9pPr algn="ctr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&lt;5×10⁻⁴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F451A1A4-8A66-4EB8-982D-FB206D66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16421100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81818"/>
                </a:solidFill>
              </a:defRPr>
            </a:defPPr>
            <a:lvl1pPr algn="ctr">
              <a:defRPr sz="1275" b="0">
                <a:solidFill>
                  <a:srgbClr val="181818"/>
                </a:solidFill>
              </a:defRPr>
            </a:lvl1pPr>
            <a:lvl2pPr algn="ctr">
              <a:defRPr sz="1275" b="0">
                <a:solidFill>
                  <a:srgbClr val="181818"/>
                </a:solidFill>
              </a:defRPr>
            </a:lvl2pPr>
            <a:lvl3pPr algn="ctr">
              <a:defRPr sz="1275" b="0">
                <a:solidFill>
                  <a:srgbClr val="181818"/>
                </a:solidFill>
              </a:defRPr>
            </a:lvl3pPr>
            <a:lvl4pPr algn="ctr">
              <a:defRPr sz="1275" b="0">
                <a:solidFill>
                  <a:srgbClr val="181818"/>
                </a:solidFill>
              </a:defRPr>
            </a:lvl4pPr>
            <a:lvl5pPr algn="ctr">
              <a:defRPr sz="1275" b="0">
                <a:solidFill>
                  <a:srgbClr val="181818"/>
                </a:solidFill>
              </a:defRPr>
            </a:lvl5pPr>
            <a:lvl6pPr algn="ctr">
              <a:defRPr sz="1275" b="0">
                <a:solidFill>
                  <a:srgbClr val="181818"/>
                </a:solidFill>
              </a:defRPr>
            </a:lvl6pPr>
            <a:lvl7pPr algn="ctr">
              <a:defRPr sz="1275" b="0">
                <a:solidFill>
                  <a:srgbClr val="181818"/>
                </a:solidFill>
              </a:defRPr>
            </a:lvl7pPr>
            <a:lvl8pPr algn="ctr">
              <a:defRPr sz="1275" b="0">
                <a:solidFill>
                  <a:srgbClr val="181818"/>
                </a:solidFill>
              </a:defRPr>
            </a:lvl8pPr>
            <a:lvl9pPr algn="ctr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&lt;5×10⁻⁵</a:t>
            </a:r>
          </a:p>
        </p:txBody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C4AD1442-18A3-4E4D-9C61-A8F52BC8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16421100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81818"/>
                </a:solidFill>
              </a:defRPr>
            </a:defPPr>
            <a:lvl1pPr algn="ctr">
              <a:defRPr sz="1275" b="0">
                <a:solidFill>
                  <a:srgbClr val="181818"/>
                </a:solidFill>
              </a:defRPr>
            </a:lvl1pPr>
            <a:lvl2pPr algn="ctr">
              <a:defRPr sz="1275" b="0">
                <a:solidFill>
                  <a:srgbClr val="181818"/>
                </a:solidFill>
              </a:defRPr>
            </a:lvl2pPr>
            <a:lvl3pPr algn="ctr">
              <a:defRPr sz="1275" b="0">
                <a:solidFill>
                  <a:srgbClr val="181818"/>
                </a:solidFill>
              </a:defRPr>
            </a:lvl3pPr>
            <a:lvl4pPr algn="ctr">
              <a:defRPr sz="1275" b="0">
                <a:solidFill>
                  <a:srgbClr val="181818"/>
                </a:solidFill>
              </a:defRPr>
            </a:lvl4pPr>
            <a:lvl5pPr algn="ctr">
              <a:defRPr sz="1275" b="0">
                <a:solidFill>
                  <a:srgbClr val="181818"/>
                </a:solidFill>
              </a:defRPr>
            </a:lvl5pPr>
            <a:lvl6pPr algn="ctr">
              <a:defRPr sz="1275" b="0">
                <a:solidFill>
                  <a:srgbClr val="181818"/>
                </a:solidFill>
              </a:defRPr>
            </a:lvl6pPr>
            <a:lvl7pPr algn="ctr">
              <a:defRPr sz="1275" b="0">
                <a:solidFill>
                  <a:srgbClr val="181818"/>
                </a:solidFill>
              </a:defRPr>
            </a:lvl7pPr>
            <a:lvl8pPr algn="ctr">
              <a:defRPr sz="1275" b="0">
                <a:solidFill>
                  <a:srgbClr val="181818"/>
                </a:solidFill>
              </a:defRPr>
            </a:lvl8pPr>
            <a:lvl9pPr algn="ctr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&lt;5×10⁻⁶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E2501227-EAD7-4B0D-B3A5-C8D8512E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1263" y="16421100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81818"/>
                </a:solidFill>
              </a:defRPr>
            </a:defPPr>
            <a:lvl1pPr algn="ctr">
              <a:defRPr sz="1275" b="0">
                <a:solidFill>
                  <a:srgbClr val="181818"/>
                </a:solidFill>
              </a:defRPr>
            </a:lvl1pPr>
            <a:lvl2pPr algn="ctr">
              <a:defRPr sz="1275" b="0">
                <a:solidFill>
                  <a:srgbClr val="181818"/>
                </a:solidFill>
              </a:defRPr>
            </a:lvl2pPr>
            <a:lvl3pPr algn="ctr">
              <a:defRPr sz="1275" b="0">
                <a:solidFill>
                  <a:srgbClr val="181818"/>
                </a:solidFill>
              </a:defRPr>
            </a:lvl3pPr>
            <a:lvl4pPr algn="ctr">
              <a:defRPr sz="1275" b="0">
                <a:solidFill>
                  <a:srgbClr val="181818"/>
                </a:solidFill>
              </a:defRPr>
            </a:lvl4pPr>
            <a:lvl5pPr algn="ctr">
              <a:defRPr sz="1275" b="0">
                <a:solidFill>
                  <a:srgbClr val="181818"/>
                </a:solidFill>
              </a:defRPr>
            </a:lvl5pPr>
            <a:lvl6pPr algn="ctr">
              <a:defRPr sz="1275" b="0">
                <a:solidFill>
                  <a:srgbClr val="181818"/>
                </a:solidFill>
              </a:defRPr>
            </a:lvl6pPr>
            <a:lvl7pPr algn="ctr">
              <a:defRPr sz="1275" b="0">
                <a:solidFill>
                  <a:srgbClr val="181818"/>
                </a:solidFill>
              </a:defRPr>
            </a:lvl7pPr>
            <a:lvl8pPr algn="ctr">
              <a:defRPr sz="1275" b="0">
                <a:solidFill>
                  <a:srgbClr val="181818"/>
                </a:solidFill>
              </a:defRPr>
            </a:lvl8pPr>
            <a:lvl9pPr algn="ctr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&lt;5×10⁻⁷</a:t>
            </a:r>
          </a:p>
        </p:txBody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95A7BAA0-60BB-4BAD-A806-0804B7F3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16421100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81818"/>
                </a:solidFill>
              </a:defRPr>
            </a:defPPr>
            <a:lvl1pPr algn="ctr">
              <a:defRPr sz="1275" b="0">
                <a:solidFill>
                  <a:srgbClr val="181818"/>
                </a:solidFill>
              </a:defRPr>
            </a:lvl1pPr>
            <a:lvl2pPr algn="ctr">
              <a:defRPr sz="1275" b="0">
                <a:solidFill>
                  <a:srgbClr val="181818"/>
                </a:solidFill>
              </a:defRPr>
            </a:lvl2pPr>
            <a:lvl3pPr algn="ctr">
              <a:defRPr sz="1275" b="0">
                <a:solidFill>
                  <a:srgbClr val="181818"/>
                </a:solidFill>
              </a:defRPr>
            </a:lvl3pPr>
            <a:lvl4pPr algn="ctr">
              <a:defRPr sz="1275" b="0">
                <a:solidFill>
                  <a:srgbClr val="181818"/>
                </a:solidFill>
              </a:defRPr>
            </a:lvl4pPr>
            <a:lvl5pPr algn="ctr">
              <a:defRPr sz="1275" b="0">
                <a:solidFill>
                  <a:srgbClr val="181818"/>
                </a:solidFill>
              </a:defRPr>
            </a:lvl5pPr>
            <a:lvl6pPr algn="ctr">
              <a:defRPr sz="1275" b="0">
                <a:solidFill>
                  <a:srgbClr val="181818"/>
                </a:solidFill>
              </a:defRPr>
            </a:lvl6pPr>
            <a:lvl7pPr algn="ctr">
              <a:defRPr sz="1275" b="0">
                <a:solidFill>
                  <a:srgbClr val="181818"/>
                </a:solidFill>
              </a:defRPr>
            </a:lvl7pPr>
            <a:lvl8pPr algn="ctr">
              <a:defRPr sz="1275" b="0">
                <a:solidFill>
                  <a:srgbClr val="181818"/>
                </a:solidFill>
              </a:defRPr>
            </a:lvl8pPr>
            <a:lvl9pPr algn="ctr">
              <a:defRPr sz="1275" b="0">
                <a:solidFill>
                  <a:srgbClr val="181818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81818"/>
                </a:solidFill>
              </a:defRPr>
            </a:pPr>
            <a:r>
              <a:rPr sz="1275" b="0">
                <a:solidFill>
                  <a:srgbClr val="181818"/>
                </a:solidFill>
                <a:latin typeface="Times New Roman"/>
                <a:ea typeface="Times New Roman"/>
                <a:cs typeface="Times New Roman"/>
              </a:rPr>
              <a:t>&lt;5×10⁻⁸</a:t>
            </a:r>
          </a:p>
        </p:txBody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08D9443E-A657-4FD2-87BC-AAE829F0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992600"/>
            <a:ext cx="657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55555"/>
                </a:solidFill>
              </a:defRPr>
            </a:defPPr>
            <a:lvl1pPr algn="l">
              <a:defRPr sz="1275" b="0">
                <a:solidFill>
                  <a:srgbClr val="555555"/>
                </a:solidFill>
              </a:defRPr>
            </a:lvl1pPr>
            <a:lvl2pPr algn="l">
              <a:defRPr sz="1275" b="0">
                <a:solidFill>
                  <a:srgbClr val="555555"/>
                </a:solidFill>
              </a:defRPr>
            </a:lvl2pPr>
            <a:lvl3pPr algn="l">
              <a:defRPr sz="1275" b="0">
                <a:solidFill>
                  <a:srgbClr val="555555"/>
                </a:solidFill>
              </a:defRPr>
            </a:lvl3pPr>
            <a:lvl4pPr algn="l">
              <a:defRPr sz="1275" b="0">
                <a:solidFill>
                  <a:srgbClr val="555555"/>
                </a:solidFill>
              </a:defRPr>
            </a:lvl4pPr>
            <a:lvl5pPr algn="l">
              <a:defRPr sz="1275" b="0">
                <a:solidFill>
                  <a:srgbClr val="555555"/>
                </a:solidFill>
              </a:defRPr>
            </a:lvl5pPr>
            <a:lvl6pPr algn="l">
              <a:defRPr sz="1275" b="0">
                <a:solidFill>
                  <a:srgbClr val="555555"/>
                </a:solidFill>
              </a:defRPr>
            </a:lvl6pPr>
            <a:lvl7pPr algn="l">
              <a:defRPr sz="1275" b="0">
                <a:solidFill>
                  <a:srgbClr val="555555"/>
                </a:solidFill>
              </a:defRPr>
            </a:lvl7pPr>
            <a:lvl8pPr algn="l">
              <a:defRPr sz="1275" b="0">
                <a:solidFill>
                  <a:srgbClr val="555555"/>
                </a:solidFill>
              </a:defRPr>
            </a:lvl8pPr>
            <a:lvl9pPr algn="l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Reference line: random ranking = 10%</a:t>
            </a:r>
          </a:p>
        </p:txBody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9FD67FFF-EEC9-4B1F-B091-A745C5EF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30725"/>
            <a:ext cx="1581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7D5EC343-B899-45D2-A75E-320B37D0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16450"/>
            <a:ext cx="159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55555"/>
                </a:solidFill>
              </a:defRPr>
            </a:defPPr>
            <a:lvl1pPr algn="l">
              <a:defRPr sz="1275" b="0">
                <a:solidFill>
                  <a:srgbClr val="555555"/>
                </a:solidFill>
              </a:defRPr>
            </a:lvl1pPr>
            <a:lvl2pPr algn="l">
              <a:defRPr sz="1275" b="0">
                <a:solidFill>
                  <a:srgbClr val="555555"/>
                </a:solidFill>
              </a:defRPr>
            </a:lvl2pPr>
            <a:lvl3pPr algn="l">
              <a:defRPr sz="1275" b="0">
                <a:solidFill>
                  <a:srgbClr val="555555"/>
                </a:solidFill>
              </a:defRPr>
            </a:lvl3pPr>
            <a:lvl4pPr algn="l">
              <a:defRPr sz="1275" b="0">
                <a:solidFill>
                  <a:srgbClr val="555555"/>
                </a:solidFill>
              </a:defRPr>
            </a:lvl4pPr>
            <a:lvl5pPr algn="l">
              <a:defRPr sz="1275" b="0">
                <a:solidFill>
                  <a:srgbClr val="555555"/>
                </a:solidFill>
              </a:defRPr>
            </a:lvl5pPr>
            <a:lvl6pPr algn="l">
              <a:defRPr sz="1275" b="0">
                <a:solidFill>
                  <a:srgbClr val="555555"/>
                </a:solidFill>
              </a:defRPr>
            </a:lvl6pPr>
            <a:lvl7pPr algn="l">
              <a:defRPr sz="1275" b="0">
                <a:solidFill>
                  <a:srgbClr val="555555"/>
                </a:solidFill>
              </a:defRPr>
            </a:lvl7pPr>
            <a:lvl8pPr algn="l">
              <a:defRPr sz="1275" b="0">
                <a:solidFill>
                  <a:srgbClr val="555555"/>
                </a:solidFill>
              </a:defRPr>
            </a:lvl8pPr>
            <a:lvl9pPr algn="l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E–F: 95,750 junctions; MAGMA P = upper-tail(ZSTAT). Each threshold changes labels only.</a:t>
            </a:r>
          </a:p>
        </p:txBody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15D252B2-2521-4B7B-8F61-FACC0820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45050"/>
            <a:ext cx="159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55555"/>
                </a:solidFill>
              </a:defRPr>
            </a:defPPr>
            <a:lvl1pPr algn="l">
              <a:defRPr sz="1275" b="0">
                <a:solidFill>
                  <a:srgbClr val="555555"/>
                </a:solidFill>
              </a:defRPr>
            </a:lvl1pPr>
            <a:lvl2pPr algn="l">
              <a:defRPr sz="1275" b="0">
                <a:solidFill>
                  <a:srgbClr val="555555"/>
                </a:solidFill>
              </a:defRPr>
            </a:lvl2pPr>
            <a:lvl3pPr algn="l">
              <a:defRPr sz="1275" b="0">
                <a:solidFill>
                  <a:srgbClr val="555555"/>
                </a:solidFill>
              </a:defRPr>
            </a:lvl3pPr>
            <a:lvl4pPr algn="l">
              <a:defRPr sz="1275" b="0">
                <a:solidFill>
                  <a:srgbClr val="555555"/>
                </a:solidFill>
              </a:defRPr>
            </a:lvl4pPr>
            <a:lvl5pPr algn="l">
              <a:defRPr sz="1275" b="0">
                <a:solidFill>
                  <a:srgbClr val="555555"/>
                </a:solidFill>
              </a:defRPr>
            </a:lvl5pPr>
            <a:lvl6pPr algn="l">
              <a:defRPr sz="1275" b="0">
                <a:solidFill>
                  <a:srgbClr val="555555"/>
                </a:solidFill>
              </a:defRPr>
            </a:lvl6pPr>
            <a:lvl7pPr algn="l">
              <a:defRPr sz="1275" b="0">
                <a:solidFill>
                  <a:srgbClr val="555555"/>
                </a:solidFill>
              </a:defRPr>
            </a:lvl7pPr>
            <a:lvl8pPr algn="l">
              <a:defRPr sz="1275" b="0">
                <a:solidFill>
                  <a:srgbClr val="555555"/>
                </a:solidFill>
              </a:defRPr>
            </a:lvl8pPr>
            <a:lvl9pPr algn="l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Component score = |block contribution|; combined = |signed sum|. No genetic score enters the LOCO ranking.</a:t>
            </a: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9D909D98-EAC1-49D4-8AA2-7797EB18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73650"/>
            <a:ext cx="159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55555"/>
                </a:solidFill>
              </a:defRPr>
            </a:defPPr>
            <a:lvl1pPr algn="l">
              <a:defRPr sz="1275" b="0">
                <a:solidFill>
                  <a:srgbClr val="555555"/>
                </a:solidFill>
              </a:defRPr>
            </a:lvl1pPr>
            <a:lvl2pPr algn="l">
              <a:defRPr sz="1275" b="0">
                <a:solidFill>
                  <a:srgbClr val="555555"/>
                </a:solidFill>
              </a:defRPr>
            </a:lvl2pPr>
            <a:lvl3pPr algn="l">
              <a:defRPr sz="1275" b="0">
                <a:solidFill>
                  <a:srgbClr val="555555"/>
                </a:solidFill>
              </a:defRPr>
            </a:lvl3pPr>
            <a:lvl4pPr algn="l">
              <a:defRPr sz="1275" b="0">
                <a:solidFill>
                  <a:srgbClr val="555555"/>
                </a:solidFill>
              </a:defRPr>
            </a:lvl4pPr>
            <a:lvl5pPr algn="l">
              <a:defRPr sz="1275" b="0">
                <a:solidFill>
                  <a:srgbClr val="555555"/>
                </a:solidFill>
              </a:defRPr>
            </a:lvl5pPr>
            <a:lvl6pPr algn="l">
              <a:defRPr sz="1275" b="0">
                <a:solidFill>
                  <a:srgbClr val="555555"/>
                </a:solidFill>
              </a:defRPr>
            </a:lvl6pPr>
            <a:lvl7pPr algn="l">
              <a:defRPr sz="1275" b="0">
                <a:solidFill>
                  <a:srgbClr val="555555"/>
                </a:solidFill>
              </a:defRPr>
            </a:lvl7pPr>
            <a:lvl8pPr algn="l">
              <a:defRPr sz="1275" b="0">
                <a:solidFill>
                  <a:srgbClr val="555555"/>
                </a:solidFill>
              </a:defRPr>
            </a:lvl8pPr>
            <a:lvl9pPr algn="l">
              <a:defRPr sz="1275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The ≥3/4 chromosome rule was selected post hoc. A–D use separate colocalization denominators.</a:t>
            </a:r>
          </a:p>
        </p:txBody>
      </p:sp>
    </p:spTree>
    <p:extLst>
      <p:ext uri="{BB962C8B-B14F-4D97-AF65-F5344CB8AC3E}">
        <p14:creationId xmlns:p14="http://schemas.microsoft.com/office/powerpoint/2010/main" val="1951229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2026-10-25T10:46:44.4670000Z</dcterms:created>
  <dcterms:modified xsi:type="dcterms:W3CDTF">2026-10-25T10:46:44.4670000Z</dcterms:modified>
</coreProperties>
</file>